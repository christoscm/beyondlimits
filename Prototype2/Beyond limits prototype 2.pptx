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87" d="100"/>
          <a:sy n="87" d="100"/>
        </p:scale>
        <p:origin x="34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6AD6EE87-EBD5-4F12-A48A-63ACA297AC8F}" type="datetimeFigureOut">
              <a:rPr lang="en-US" dirty="0"/>
              <a:t>2/6/2019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3794B-289A-4A80-97D7-111025398D45}" type="datetimeFigureOut">
              <a:rPr lang="en-US" dirty="0"/>
              <a:t>2/6/2019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1015F-7CC6-4D0A-9D87-873EA4C304CC}" type="datetimeFigureOut">
              <a:rPr lang="en-US" dirty="0"/>
              <a:t>2/6/2019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6A301-0538-44EC-B09D-202E1042A48B}" type="datetimeFigureOut">
              <a:rPr lang="en-US" dirty="0"/>
              <a:t>2/6/2019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9574A-8875-45EF-8EA2-3CAA0F7ABC4C}" type="datetimeFigureOut">
              <a:rPr lang="en-US" dirty="0"/>
              <a:t>2/6/2019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F4D4C-5367-4C26-9E2B-D8088D7FCA81}" type="datetimeFigureOut">
              <a:rPr lang="en-US" dirty="0"/>
              <a:t>2/6/2019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91E96-98B0-4413-9547-46F3504108EF}" type="datetimeFigureOut">
              <a:rPr lang="en-US" dirty="0"/>
              <a:t>2/6/2019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68B11-C5A8-448C-8CE9-B1A273C79CFC}" type="datetimeFigureOut">
              <a:rPr lang="en-US" dirty="0"/>
              <a:t>2/6/2019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16CA0-919D-4A49-9C8A-62FDFB3A5183}" type="datetimeFigureOut">
              <a:rPr lang="en-US" dirty="0"/>
              <a:t>2/6/2019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E5644-1E61-4311-A31E-84CB9C7AA8A9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73815-2707-4475-8F1A-B873CB631BB4}" type="datetimeFigureOut">
              <a:rPr lang="en-US" dirty="0"/>
              <a:t>2/6/2019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AFB99-0EAB-4182-AFF8-E214C82A68F6}" type="datetimeFigureOut">
              <a:rPr lang="en-US" dirty="0"/>
              <a:t>2/6/2019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90298CD5-6C1E-4009-B41F-6DF62E31D3BE}" type="datetimeFigureOut">
              <a:rPr lang="en-US" dirty="0"/>
              <a:pPr/>
              <a:t>2/6/2019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Beyond limits prototype 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Group 18</a:t>
            </a:r>
          </a:p>
        </p:txBody>
      </p:sp>
    </p:spTree>
    <p:extLst>
      <p:ext uri="{BB962C8B-B14F-4D97-AF65-F5344CB8AC3E}">
        <p14:creationId xmlns:p14="http://schemas.microsoft.com/office/powerpoint/2010/main" val="42113167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GB" sz="5400" b="1" dirty="0"/>
              <a:t>Outline of the presentation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GB" sz="2800" dirty="0"/>
              <a:t>List of Deliverables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800"/>
              <a:t>Demonstration</a:t>
            </a:r>
            <a:endParaRPr lang="en-GB" sz="2800" dirty="0"/>
          </a:p>
          <a:p>
            <a:pPr marL="630936" lvl="1" indent="-457200">
              <a:buFont typeface="+mj-lt"/>
              <a:buAutoNum type="arabicPeriod"/>
            </a:pPr>
            <a:r>
              <a:rPr lang="en-GB" sz="2400" dirty="0"/>
              <a:t>Home, About us, Events,…</a:t>
            </a:r>
          </a:p>
          <a:p>
            <a:pPr marL="630936" lvl="1" indent="-457200">
              <a:buFont typeface="+mj-lt"/>
              <a:buAutoNum type="arabicPeriod"/>
            </a:pPr>
            <a:r>
              <a:rPr lang="en-GB" sz="2400" dirty="0"/>
              <a:t>Admin Page (Including the database)</a:t>
            </a:r>
          </a:p>
          <a:p>
            <a:pPr marL="630936" lvl="1" indent="-457200">
              <a:buFont typeface="+mj-lt"/>
              <a:buAutoNum type="arabicPeriod"/>
            </a:pPr>
            <a:r>
              <a:rPr lang="en-GB" sz="2400" dirty="0"/>
              <a:t>Interaction between admin page and user pages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800" dirty="0"/>
              <a:t>Future Plan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800" dirty="0"/>
              <a:t>Questions/Criticisms </a:t>
            </a:r>
          </a:p>
          <a:p>
            <a:pPr marL="457200" indent="-457200">
              <a:buFont typeface="+mj-lt"/>
              <a:buAutoNum type="arabicPeriod"/>
            </a:pP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4276814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deliverables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GB" sz="2800" dirty="0"/>
              <a:t>Updated the Main Webpages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800" dirty="0"/>
              <a:t>Interface Admin Page with Main Webpages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800" dirty="0"/>
              <a:t>Setup Database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800" dirty="0"/>
              <a:t>Admin Page Interface with Database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800" dirty="0"/>
              <a:t>Statistics Plotted as Bar Charts on Admin Page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800" dirty="0"/>
              <a:t>“More Info” Feature on the Blog/Testimonials Page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800" dirty="0"/>
              <a:t>Video Carousel</a:t>
            </a:r>
          </a:p>
        </p:txBody>
      </p:sp>
    </p:spTree>
    <p:extLst>
      <p:ext uri="{BB962C8B-B14F-4D97-AF65-F5344CB8AC3E}">
        <p14:creationId xmlns:p14="http://schemas.microsoft.com/office/powerpoint/2010/main" val="14797371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Demonstration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ctr"/>
            <a:r>
              <a:rPr lang="en-GB" sz="2800" dirty="0"/>
              <a:t>We will now </a:t>
            </a:r>
            <a:r>
              <a:rPr lang="en-GB" sz="2800" b="1" dirty="0"/>
              <a:t>demonstrate </a:t>
            </a:r>
            <a:r>
              <a:rPr lang="en-GB" sz="2800" dirty="0"/>
              <a:t>your site…</a:t>
            </a:r>
          </a:p>
        </p:txBody>
      </p:sp>
    </p:spTree>
    <p:extLst>
      <p:ext uri="{BB962C8B-B14F-4D97-AF65-F5344CB8AC3E}">
        <p14:creationId xmlns:p14="http://schemas.microsoft.com/office/powerpoint/2010/main" val="32662928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Future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GB" sz="2800" b="1" dirty="0"/>
              <a:t>Donations </a:t>
            </a:r>
            <a:r>
              <a:rPr lang="en-GB" sz="2800" dirty="0"/>
              <a:t>(Location of the Donation Button/Form?)</a:t>
            </a:r>
            <a:endParaRPr lang="en-GB" sz="28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GB" sz="2800" b="1" dirty="0"/>
              <a:t>Updating</a:t>
            </a:r>
            <a:r>
              <a:rPr lang="en-GB" sz="2800" dirty="0"/>
              <a:t> and </a:t>
            </a:r>
            <a:r>
              <a:rPr lang="en-GB" sz="2800" b="1" dirty="0"/>
              <a:t>Perfecting</a:t>
            </a:r>
            <a:r>
              <a:rPr lang="en-GB" sz="2800" dirty="0"/>
              <a:t> the Styling of the Website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800" dirty="0"/>
              <a:t>Implement</a:t>
            </a:r>
            <a:r>
              <a:rPr lang="en-GB" sz="2800" b="1" dirty="0"/>
              <a:t> Photos</a:t>
            </a:r>
            <a:r>
              <a:rPr lang="en-GB" sz="2800" dirty="0"/>
              <a:t> and </a:t>
            </a:r>
            <a:r>
              <a:rPr lang="en-GB" sz="2800" b="1" dirty="0"/>
              <a:t>Videos </a:t>
            </a:r>
            <a:r>
              <a:rPr lang="en-GB" sz="2800" dirty="0"/>
              <a:t>on the Testimonials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800" b="1" dirty="0"/>
              <a:t>Login</a:t>
            </a:r>
            <a:r>
              <a:rPr lang="en-GB" sz="2800" dirty="0"/>
              <a:t> and </a:t>
            </a:r>
            <a:r>
              <a:rPr lang="en-GB" sz="2800" b="1" dirty="0"/>
              <a:t>Change Password</a:t>
            </a:r>
            <a:r>
              <a:rPr lang="en-GB" sz="2800" dirty="0"/>
              <a:t> Features for the Admin Page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800" b="1" dirty="0"/>
              <a:t>Add </a:t>
            </a:r>
            <a:r>
              <a:rPr lang="en-GB" sz="2800" dirty="0"/>
              <a:t>“More Info” Feature to </a:t>
            </a:r>
            <a:r>
              <a:rPr lang="en-GB" sz="2800" b="1" dirty="0"/>
              <a:t>other parts</a:t>
            </a:r>
            <a:r>
              <a:rPr lang="en-GB" sz="2800" dirty="0"/>
              <a:t> of the Website to </a:t>
            </a:r>
            <a:r>
              <a:rPr lang="en-GB" sz="2800" b="1" dirty="0"/>
              <a:t>minimise scrolling</a:t>
            </a:r>
            <a:r>
              <a:rPr lang="en-GB" sz="28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800" b="1" dirty="0"/>
              <a:t>Print</a:t>
            </a:r>
            <a:r>
              <a:rPr lang="en-GB" sz="2800" dirty="0"/>
              <a:t> Feature to Print Results from </a:t>
            </a:r>
            <a:r>
              <a:rPr lang="en-GB" sz="2800" b="1" dirty="0"/>
              <a:t>Database Queries</a:t>
            </a:r>
          </a:p>
        </p:txBody>
      </p:sp>
    </p:spTree>
    <p:extLst>
      <p:ext uri="{BB962C8B-B14F-4D97-AF65-F5344CB8AC3E}">
        <p14:creationId xmlns:p14="http://schemas.microsoft.com/office/powerpoint/2010/main" val="29148092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Question and Criticisms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ctr"/>
            <a:r>
              <a:rPr lang="en-GB" sz="4400" dirty="0"/>
              <a:t>Any Questions?</a:t>
            </a:r>
          </a:p>
          <a:p>
            <a:pPr algn="ctr"/>
            <a:endParaRPr lang="en-GB" sz="4400" dirty="0"/>
          </a:p>
          <a:p>
            <a:pPr algn="ctr"/>
            <a:r>
              <a:rPr lang="en-GB" sz="4400" dirty="0"/>
              <a:t>Criticisms?</a:t>
            </a:r>
          </a:p>
          <a:p>
            <a:pPr algn="ctr"/>
            <a:endParaRPr lang="en-GB" sz="4400" dirty="0"/>
          </a:p>
          <a:p>
            <a:pPr algn="ctr"/>
            <a:r>
              <a:rPr lang="en-GB" sz="4400" dirty="0"/>
              <a:t>Style Recommendations?</a:t>
            </a:r>
          </a:p>
        </p:txBody>
      </p:sp>
    </p:spTree>
    <p:extLst>
      <p:ext uri="{BB962C8B-B14F-4D97-AF65-F5344CB8AC3E}">
        <p14:creationId xmlns:p14="http://schemas.microsoft.com/office/powerpoint/2010/main" val="303473100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44</TotalTime>
  <Words>158</Words>
  <Application>Microsoft Office PowerPoint</Application>
  <PresentationFormat>Widescreen</PresentationFormat>
  <Paragraphs>33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Tw Cen MT</vt:lpstr>
      <vt:lpstr>Tw Cen MT Condensed</vt:lpstr>
      <vt:lpstr>Wingdings 3</vt:lpstr>
      <vt:lpstr>Integral</vt:lpstr>
      <vt:lpstr>Beyond limits prototype 2</vt:lpstr>
      <vt:lpstr>Outline of the presentation</vt:lpstr>
      <vt:lpstr>deliverables</vt:lpstr>
      <vt:lpstr>Demonstration</vt:lpstr>
      <vt:lpstr>Future plan</vt:lpstr>
      <vt:lpstr>Question and Criticisms</vt:lpstr>
    </vt:vector>
  </TitlesOfParts>
  <Company>Durham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Beyond limits prototype 2</dc:title>
  <dc:creator>CHRISTOU-MAVROPOULOS, CHRISTOS (Student)</dc:creator>
  <cp:lastModifiedBy>Christos Christou</cp:lastModifiedBy>
  <cp:revision>9</cp:revision>
  <dcterms:created xsi:type="dcterms:W3CDTF">2019-02-03T18:31:00Z</dcterms:created>
  <dcterms:modified xsi:type="dcterms:W3CDTF">2019-02-06T10:54:04Z</dcterms:modified>
</cp:coreProperties>
</file>