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7" r:id="rId2"/>
    <p:sldMasterId id="2147483670" r:id="rId3"/>
  </p:sldMasterIdLst>
  <p:sldIdLst>
    <p:sldId id="256" r:id="rId4"/>
    <p:sldId id="257" r:id="rId5"/>
    <p:sldId id="260" r:id="rId6"/>
    <p:sldId id="261" r:id="rId7"/>
    <p:sldId id="262" r:id="rId8"/>
    <p:sldId id="264" r:id="rId9"/>
    <p:sldId id="263" r:id="rId10"/>
    <p:sldId id="266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4E525A-4A2A-4370-9B55-A396954D1953}" v="4" dt="2018-12-06T16:12:26.9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4660"/>
  </p:normalViewPr>
  <p:slideViewPr>
    <p:cSldViewPr snapToGrid="0">
      <p:cViewPr>
        <p:scale>
          <a:sx n="85" d="100"/>
          <a:sy n="85" d="100"/>
        </p:scale>
        <p:origin x="468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ke Mortimer" userId="d3e41ce58c69e8b5" providerId="LiveId" clId="{BC4E525A-4A2A-4370-9B55-A396954D1953}"/>
    <pc:docChg chg="custSel addSld modSld sldOrd">
      <pc:chgData name="Jake Mortimer" userId="d3e41ce58c69e8b5" providerId="LiveId" clId="{BC4E525A-4A2A-4370-9B55-A396954D1953}" dt="2018-12-06T16:13:09.526" v="29" actId="1076"/>
      <pc:docMkLst>
        <pc:docMk/>
      </pc:docMkLst>
      <pc:sldChg chg="modSp">
        <pc:chgData name="Jake Mortimer" userId="d3e41ce58c69e8b5" providerId="LiveId" clId="{BC4E525A-4A2A-4370-9B55-A396954D1953}" dt="2018-12-06T16:12:57.325" v="28" actId="20577"/>
        <pc:sldMkLst>
          <pc:docMk/>
          <pc:sldMk cId="125308692" sldId="265"/>
        </pc:sldMkLst>
        <pc:spChg chg="mod">
          <ac:chgData name="Jake Mortimer" userId="d3e41ce58c69e8b5" providerId="LiveId" clId="{BC4E525A-4A2A-4370-9B55-A396954D1953}" dt="2018-12-06T16:12:57.325" v="28" actId="20577"/>
          <ac:spMkLst>
            <pc:docMk/>
            <pc:sldMk cId="125308692" sldId="265"/>
            <ac:spMk id="4" creationId="{B310E0EF-B872-4285-A0D8-49A2229902B1}"/>
          </ac:spMkLst>
        </pc:spChg>
      </pc:sldChg>
      <pc:sldChg chg="addSp delSp modSp add ord modTransition">
        <pc:chgData name="Jake Mortimer" userId="d3e41ce58c69e8b5" providerId="LiveId" clId="{BC4E525A-4A2A-4370-9B55-A396954D1953}" dt="2018-12-06T16:13:09.526" v="29" actId="1076"/>
        <pc:sldMkLst>
          <pc:docMk/>
          <pc:sldMk cId="3260062322" sldId="266"/>
        </pc:sldMkLst>
        <pc:spChg chg="mod">
          <ac:chgData name="Jake Mortimer" userId="d3e41ce58c69e8b5" providerId="LiveId" clId="{BC4E525A-4A2A-4370-9B55-A396954D1953}" dt="2018-12-06T16:13:09.526" v="29" actId="1076"/>
          <ac:spMkLst>
            <pc:docMk/>
            <pc:sldMk cId="3260062322" sldId="266"/>
            <ac:spMk id="2" creationId="{22C58577-DA33-46A1-A6B7-6E11A78DE95E}"/>
          </ac:spMkLst>
        </pc:spChg>
        <pc:spChg chg="del">
          <ac:chgData name="Jake Mortimer" userId="d3e41ce58c69e8b5" providerId="LiveId" clId="{BC4E525A-4A2A-4370-9B55-A396954D1953}" dt="2018-12-06T15:48:35.460" v="20" actId="478"/>
          <ac:spMkLst>
            <pc:docMk/>
            <pc:sldMk cId="3260062322" sldId="266"/>
            <ac:spMk id="3" creationId="{0CB05A63-3E83-4342-B0BF-4C096BE3E5A7}"/>
          </ac:spMkLst>
        </pc:spChg>
        <pc:spChg chg="add mod">
          <ac:chgData name="Jake Mortimer" userId="d3e41ce58c69e8b5" providerId="LiveId" clId="{BC4E525A-4A2A-4370-9B55-A396954D1953}" dt="2018-12-06T16:12:52.696" v="27" actId="20577"/>
          <ac:spMkLst>
            <pc:docMk/>
            <pc:sldMk cId="3260062322" sldId="266"/>
            <ac:spMk id="4" creationId="{207E309E-F197-40EB-90B3-EAB53CE8E90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12/6/2018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12/6/2018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12/6/2018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12/6/2018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12/6/2018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12/6/2018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12/6/2018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12/6/2018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12/6/2018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12/6/2018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12/6/2018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12/6/2018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12/6/2018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12/6/2018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11831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">
            <a:extLst>
              <a:ext uri="{FF2B5EF4-FFF2-40B4-BE49-F238E27FC236}">
                <a16:creationId xmlns:a16="http://schemas.microsoft.com/office/drawing/2014/main" id="{1B9560ED-5F2B-4661-A241-E12214E1D1FE}"/>
              </a:ext>
            </a:extLst>
          </p:cNvPr>
          <p:cNvSpPr/>
          <p:nvPr userDrawn="1"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795539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12/6/2018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9368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smtClean="0"/>
              <a:pPr/>
              <a:t>12/6/2018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09380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12/6/2018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4704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smtClean="0"/>
              <a:pPr/>
              <a:t>12/6/2018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1955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smtClean="0"/>
              <a:pPr/>
              <a:t>12/6/2018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3263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12/6/2018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3632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12/6/2018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6867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smtClean="0"/>
              <a:pPr/>
              <a:t>12/6/2018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9927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12/6/2018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392261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12/6/2018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816498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12/6/2018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549476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12/6/2018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5716873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12/6/2018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034273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12/6/2018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497403"/>
      </p:ext>
    </p:extLst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12/6/2018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444908"/>
      </p:ext>
    </p:extLst>
  </p:cSld>
  <p:clrMapOvr>
    <a:masterClrMapping/>
  </p:clrMapOvr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smtClean="0"/>
              <a:pPr/>
              <a:t>12/6/2018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12042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smtClean="0"/>
              <a:pPr/>
              <a:t>12/6/2018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87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19.xml"/><Relationship Id="rId21" Type="http://schemas.openxmlformats.org/officeDocument/2006/relationships/image" Target="../media/image5.png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Relationship Id="rId22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12/6/2018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3396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12/6/2018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1697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99283" y="953787"/>
            <a:ext cx="5452533" cy="4792165"/>
          </a:xfrm>
          <a:effectLst/>
        </p:spPr>
        <p:txBody>
          <a:bodyPr anchor="ctr">
            <a:normAutofit/>
          </a:bodyPr>
          <a:lstStyle/>
          <a:p>
            <a:r>
              <a:rPr lang="en-GB" sz="6600" dirty="0"/>
              <a:t>Beyond Limits Website	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3466" y="2281574"/>
            <a:ext cx="3994015" cy="2294852"/>
          </a:xfrm>
          <a:effectLst/>
        </p:spPr>
        <p:txBody>
          <a:bodyPr anchor="ctr">
            <a:normAutofit/>
          </a:bodyPr>
          <a:lstStyle/>
          <a:p>
            <a:pPr algn="ctr"/>
            <a:r>
              <a:rPr lang="en-GB" sz="2800" dirty="0"/>
              <a:t>Presentation of Prototype one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600535-BD84-4BFD-AB71-E15E1DAE137C}"/>
              </a:ext>
            </a:extLst>
          </p:cNvPr>
          <p:cNvSpPr txBox="1"/>
          <p:nvPr/>
        </p:nvSpPr>
        <p:spPr>
          <a:xfrm>
            <a:off x="10585940" y="334108"/>
            <a:ext cx="5890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752716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Aims and Goals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969" y="2147695"/>
            <a:ext cx="10554574" cy="4160918"/>
          </a:xfrm>
          <a:effectLst/>
        </p:spPr>
        <p:txBody>
          <a:bodyPr>
            <a:noAutofit/>
          </a:bodyPr>
          <a:lstStyle/>
          <a:p>
            <a:r>
              <a:rPr lang="en-GB" sz="30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Early Look – limited functionality</a:t>
            </a:r>
          </a:p>
          <a:p>
            <a:r>
              <a:rPr lang="en-GB" sz="30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If you don’t like something it’s not set in stone</a:t>
            </a:r>
          </a:p>
          <a:p>
            <a:r>
              <a:rPr lang="en-GB" sz="30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Remain in contact to get the website right</a:t>
            </a:r>
          </a:p>
          <a:p>
            <a:r>
              <a:rPr lang="en-GB" sz="30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Second prototype 08/02/2019</a:t>
            </a:r>
          </a:p>
          <a:p>
            <a:pPr lvl="1"/>
            <a:r>
              <a:rPr lang="en-GB" sz="30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Almost final look of the website</a:t>
            </a:r>
          </a:p>
          <a:p>
            <a:pPr lvl="1"/>
            <a:r>
              <a:rPr lang="en-GB" sz="30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Most of the features implemented</a:t>
            </a:r>
          </a:p>
          <a:p>
            <a:pPr lvl="1"/>
            <a:r>
              <a:rPr lang="en-GB" sz="30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Improvements over the last month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C459D0-98EA-4682-BAE2-A22573F5C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115" y="158271"/>
            <a:ext cx="1548283" cy="154828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A84A80-37D3-4F63-8628-DA8BEE69D5AB}"/>
              </a:ext>
            </a:extLst>
          </p:cNvPr>
          <p:cNvSpPr txBox="1"/>
          <p:nvPr/>
        </p:nvSpPr>
        <p:spPr>
          <a:xfrm>
            <a:off x="10585940" y="334108"/>
            <a:ext cx="5890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12482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8035" y="2096863"/>
            <a:ext cx="10554574" cy="3636511"/>
          </a:xfrm>
          <a:effectLst/>
        </p:spPr>
        <p:txBody>
          <a:bodyPr>
            <a:normAutofit/>
          </a:bodyPr>
          <a:lstStyle/>
          <a:p>
            <a:r>
              <a:rPr lang="en-GB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Volunteering Form</a:t>
            </a:r>
          </a:p>
          <a:p>
            <a:r>
              <a:rPr lang="en-GB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Image Carousel</a:t>
            </a:r>
          </a:p>
          <a:p>
            <a:r>
              <a:rPr lang="en-GB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Admin Page</a:t>
            </a:r>
          </a:p>
          <a:p>
            <a:r>
              <a:rPr lang="en-GB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Database</a:t>
            </a:r>
          </a:p>
          <a:p>
            <a:r>
              <a:rPr lang="en-GB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General Webpages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342" y="5733374"/>
            <a:ext cx="9937314" cy="54941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F7DE3A-CB48-4A3A-B882-5BAEAF1C5D48}"/>
              </a:ext>
            </a:extLst>
          </p:cNvPr>
          <p:cNvSpPr txBox="1"/>
          <p:nvPr/>
        </p:nvSpPr>
        <p:spPr>
          <a:xfrm>
            <a:off x="10585940" y="334108"/>
            <a:ext cx="5890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1641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Volunteering 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effectLst/>
        </p:spPr>
        <p:txBody>
          <a:bodyPr>
            <a:normAutofit/>
          </a:bodyPr>
          <a:lstStyle/>
          <a:p>
            <a:r>
              <a:rPr lang="en-GB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Simple</a:t>
            </a:r>
          </a:p>
          <a:p>
            <a:r>
              <a:rPr lang="en-GB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Concise</a:t>
            </a:r>
          </a:p>
          <a:p>
            <a:r>
              <a:rPr lang="en-GB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Easy to use</a:t>
            </a:r>
          </a:p>
          <a:p>
            <a:r>
              <a:rPr lang="en-GB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Automatic Email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9476" y="2108547"/>
            <a:ext cx="6076950" cy="4419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8D0F88-79B0-4A29-B0E2-EA6850DAD673}"/>
              </a:ext>
            </a:extLst>
          </p:cNvPr>
          <p:cNvSpPr txBox="1"/>
          <p:nvPr/>
        </p:nvSpPr>
        <p:spPr>
          <a:xfrm>
            <a:off x="10585940" y="334108"/>
            <a:ext cx="5890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3227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Image Carousel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8110" y="2119046"/>
            <a:ext cx="10554574" cy="3636511"/>
          </a:xfrm>
          <a:effectLst/>
        </p:spPr>
        <p:txBody>
          <a:bodyPr>
            <a:normAutofit/>
          </a:bodyPr>
          <a:lstStyle/>
          <a:p>
            <a:r>
              <a:rPr lang="en-GB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Implemented on the home page</a:t>
            </a:r>
          </a:p>
          <a:p>
            <a:r>
              <a:rPr lang="en-GB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Will make a good first </a:t>
            </a:r>
          </a:p>
          <a:p>
            <a:pPr marL="0" indent="0">
              <a:buNone/>
            </a:pPr>
            <a:r>
              <a:rPr lang="en-GB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	impression of the website</a:t>
            </a:r>
          </a:p>
          <a:p>
            <a:r>
              <a:rPr lang="en-GB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Can be edited using the </a:t>
            </a:r>
          </a:p>
          <a:p>
            <a:pPr marL="0" indent="0">
              <a:buNone/>
            </a:pPr>
            <a:r>
              <a:rPr lang="en-GB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	admin page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933" t="-874" r="-933" b="23506"/>
          <a:stretch/>
        </p:blipFill>
        <p:spPr>
          <a:xfrm>
            <a:off x="5944081" y="2930943"/>
            <a:ext cx="5634493" cy="232573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491565-0BCC-4AD1-9BE5-558A058757D0}"/>
              </a:ext>
            </a:extLst>
          </p:cNvPr>
          <p:cNvSpPr txBox="1"/>
          <p:nvPr/>
        </p:nvSpPr>
        <p:spPr>
          <a:xfrm>
            <a:off x="10585940" y="334108"/>
            <a:ext cx="5890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35481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Admin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462" y="1853248"/>
            <a:ext cx="10554574" cy="3636511"/>
          </a:xfrm>
          <a:effectLst/>
        </p:spPr>
        <p:txBody>
          <a:bodyPr>
            <a:normAutofit/>
          </a:bodyPr>
          <a:lstStyle/>
          <a:p>
            <a:r>
              <a:rPr lang="en-GB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Accessible through a separate link</a:t>
            </a:r>
          </a:p>
          <a:p>
            <a:r>
              <a:rPr lang="en-GB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Gives control over various features of the website</a:t>
            </a:r>
          </a:p>
          <a:p>
            <a:r>
              <a:rPr lang="en-GB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Shows various statistics taken</a:t>
            </a:r>
          </a:p>
          <a:p>
            <a:pPr marL="0" indent="0">
              <a:buNone/>
            </a:pPr>
            <a:r>
              <a:rPr lang="en-GB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	 from the database</a:t>
            </a:r>
          </a:p>
          <a:p>
            <a:r>
              <a:rPr lang="en-GB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Will be password protected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06BDD0-C6B4-493E-B14B-13DC155E848C}"/>
              </a:ext>
            </a:extLst>
          </p:cNvPr>
          <p:cNvSpPr txBox="1"/>
          <p:nvPr/>
        </p:nvSpPr>
        <p:spPr>
          <a:xfrm>
            <a:off x="10585940" y="334108"/>
            <a:ext cx="5890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/>
              <a:t>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196679-4BC9-40D9-B821-08B9C4D7E1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897" r="841" b="4872"/>
          <a:stretch/>
        </p:blipFill>
        <p:spPr>
          <a:xfrm>
            <a:off x="6005148" y="3138854"/>
            <a:ext cx="6079390" cy="290484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938114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966" y="2194578"/>
            <a:ext cx="10554574" cy="3636511"/>
          </a:xfrm>
          <a:effectLst/>
        </p:spPr>
        <p:txBody>
          <a:bodyPr>
            <a:normAutofit/>
          </a:bodyPr>
          <a:lstStyle/>
          <a:p>
            <a:r>
              <a:rPr lang="en-GB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Stores:</a:t>
            </a:r>
          </a:p>
          <a:p>
            <a:pPr lvl="1"/>
            <a:r>
              <a:rPr lang="en-GB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Events</a:t>
            </a:r>
          </a:p>
          <a:p>
            <a:pPr lvl="1"/>
            <a:r>
              <a:rPr lang="en-GB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Volunteers</a:t>
            </a:r>
          </a:p>
          <a:p>
            <a:pPr lvl="1"/>
            <a:r>
              <a:rPr lang="en-GB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Volunteer Assignments</a:t>
            </a:r>
          </a:p>
          <a:p>
            <a:r>
              <a:rPr lang="en-GB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Can be accessed using the admin page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D76FC9-A3FA-4030-A5C7-3D44A3A2DAB3}"/>
              </a:ext>
            </a:extLst>
          </p:cNvPr>
          <p:cNvSpPr txBox="1"/>
          <p:nvPr/>
        </p:nvSpPr>
        <p:spPr>
          <a:xfrm>
            <a:off x="10585940" y="334108"/>
            <a:ext cx="5890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/>
              <a:t>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A9D715-C51B-4D4C-93A7-63AD6FA88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826" y="3121828"/>
            <a:ext cx="6146063" cy="6896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72B2836-54BE-4581-AE5F-2C6AEDC49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7523" y="1762592"/>
            <a:ext cx="8028366" cy="127646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D74AF3B-FEEB-46EC-953F-BF8B877D5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826" y="3204603"/>
            <a:ext cx="6146063" cy="68967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914FD6A-F97D-4001-8137-7DD8C32577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6608" y="4012833"/>
            <a:ext cx="2639281" cy="157402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301550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58577-DA33-46A1-A6B7-6E11A78DE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8942" y="2616676"/>
            <a:ext cx="9404723" cy="1400530"/>
          </a:xfrm>
        </p:spPr>
        <p:txBody>
          <a:bodyPr/>
          <a:lstStyle/>
          <a:p>
            <a:r>
              <a:rPr lang="en-GB" dirty="0"/>
              <a:t>User Stories!!!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7E309E-F197-40EB-90B3-EAB53CE8E906}"/>
              </a:ext>
            </a:extLst>
          </p:cNvPr>
          <p:cNvSpPr txBox="1"/>
          <p:nvPr/>
        </p:nvSpPr>
        <p:spPr>
          <a:xfrm>
            <a:off x="10585940" y="334108"/>
            <a:ext cx="5890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2600623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Website Walkthrough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643" y="2116779"/>
            <a:ext cx="10554574" cy="3636511"/>
          </a:xfrm>
          <a:effectLst/>
        </p:spPr>
        <p:txBody>
          <a:bodyPr>
            <a:noAutofit/>
          </a:bodyPr>
          <a:lstStyle/>
          <a:p>
            <a:r>
              <a:rPr lang="en-US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Go through layout and features</a:t>
            </a:r>
          </a:p>
          <a:p>
            <a:r>
              <a:rPr lang="en-US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Show how to edit the content of the website through the administrator’s panel</a:t>
            </a:r>
          </a:p>
          <a:p>
            <a:r>
              <a:rPr lang="en-US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Note down any feedback on review sheet as we go through, this will be reviewed and feed into the next prototype</a:t>
            </a:r>
          </a:p>
          <a:p>
            <a:r>
              <a:rPr lang="en-US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Any further questions or feedback at a later date can be emailed to us</a:t>
            </a:r>
          </a:p>
          <a:p>
            <a:endParaRPr lang="en-US" sz="30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endParaRPr lang="en-GB" sz="30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10E0EF-B872-4285-A0D8-49A2229902B1}"/>
              </a:ext>
            </a:extLst>
          </p:cNvPr>
          <p:cNvSpPr txBox="1"/>
          <p:nvPr/>
        </p:nvSpPr>
        <p:spPr>
          <a:xfrm>
            <a:off x="10585940" y="334108"/>
            <a:ext cx="5890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5308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Storyboard Layou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184</Words>
  <Application>Microsoft Office PowerPoint</Application>
  <PresentationFormat>Widescreen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Century Gothic</vt:lpstr>
      <vt:lpstr>Wingdings 2</vt:lpstr>
      <vt:lpstr>Wingdings 3</vt:lpstr>
      <vt:lpstr>Quotable</vt:lpstr>
      <vt:lpstr>Storyboard Layouts</vt:lpstr>
      <vt:lpstr>Ion</vt:lpstr>
      <vt:lpstr>Beyond Limits Website </vt:lpstr>
      <vt:lpstr>Aims and Goals </vt:lpstr>
      <vt:lpstr>Deliverables</vt:lpstr>
      <vt:lpstr>Volunteering Form</vt:lpstr>
      <vt:lpstr>Image Carousel</vt:lpstr>
      <vt:lpstr>Admin Page</vt:lpstr>
      <vt:lpstr>Database</vt:lpstr>
      <vt:lpstr>User Stories!!!</vt:lpstr>
      <vt:lpstr>Website Walkthrough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Limits Website</dc:title>
  <dc:creator>Christos Christou</dc:creator>
  <cp:lastModifiedBy>Jake Mortimer</cp:lastModifiedBy>
  <cp:revision>7</cp:revision>
  <dcterms:created xsi:type="dcterms:W3CDTF">2018-12-06T13:01:15Z</dcterms:created>
  <dcterms:modified xsi:type="dcterms:W3CDTF">2018-12-06T16:13:14Z</dcterms:modified>
</cp:coreProperties>
</file>