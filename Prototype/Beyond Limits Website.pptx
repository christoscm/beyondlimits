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8" d="100"/>
          <a:sy n="88" d="100"/>
        </p:scale>
        <p:origin x="494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9EBBA-996F-894A-B54A-D6246ED52CEA}" type="datetimeFigureOut">
              <a:rPr lang="en-US" dirty="0"/>
              <a:pPr/>
              <a:t>12/5/2018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A1323-8D79-1946-B0D7-40001CF92E9D}" type="datetimeFigureOut">
              <a:rPr lang="en-US" dirty="0"/>
              <a:pPr/>
              <a:t>12/5/2018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dirty="0"/>
              <a:pPr/>
              <a:t>12/5/2018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302355-E14B-8545-A8F8-0FE83CC9D524}" type="datetimeFigureOut">
              <a:rPr lang="en-US" dirty="0"/>
              <a:pPr/>
              <a:t>12/5/2018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40F58-564D-2B4F-AE67-E407BA4FCF45}" type="datetimeFigureOut">
              <a:rPr lang="en-US" dirty="0"/>
              <a:pPr/>
              <a:t>12/5/2018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34C8-038E-2045-AF43-DF7DBB8E0E9E}" type="datetimeFigureOut">
              <a:rPr lang="en-US" dirty="0"/>
              <a:pPr/>
              <a:t>12/5/2018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8C68F-D26B-8F47-958C-23B49CF8A634}" type="datetimeFigureOut">
              <a:rPr lang="en-US" dirty="0"/>
              <a:pPr/>
              <a:t>12/5/2018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DF5E60-9974-AC48-9591-99C2BB44B7CF}" type="datetimeFigureOut">
              <a:rPr lang="en-US" dirty="0"/>
              <a:pPr/>
              <a:t>12/5/2018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18C79C5D-2A6F-F04D-97DA-BEF2467B64E4}" type="datetimeFigureOut">
              <a:rPr lang="en-US" dirty="0"/>
              <a:pPr/>
              <a:t>12/5/2018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79C5D-2A6F-F04D-97DA-BEF2467B64E4}" type="datetimeFigureOut">
              <a:rPr lang="en-US" dirty="0"/>
              <a:pPr/>
              <a:t>12/5/2018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dirty="0"/>
              <a:pPr/>
              <a:t>12/5/2018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54567-0DE4-3F47-BF90-CB84690072F9}" type="datetimeFigureOut">
              <a:rPr lang="en-US" dirty="0"/>
              <a:pPr/>
              <a:t>12/5/2018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C52C72-DE31-F449-A4ED-4C594FD91407}" type="datetimeFigureOut">
              <a:rPr lang="en-US" dirty="0"/>
              <a:pPr/>
              <a:t>12/5/2018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2726E-379B-B349-9EED-81ED093FA806}" type="datetimeFigureOut">
              <a:rPr lang="en-US" dirty="0"/>
              <a:pPr/>
              <a:t>12/5/2018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09B482E8-6E0E-1B4F-B1FD-C69DB9E858D9}" type="datetimeFigureOut">
              <a:rPr lang="en-US" dirty="0"/>
              <a:pPr/>
              <a:t>12/5/2018</a:t>
            </a:fld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3" r:id="rId9"/>
    <p:sldLayoutId id="2147483657" r:id="rId10"/>
    <p:sldLayoutId id="2147483666" r:id="rId11"/>
    <p:sldLayoutId id="2147483661" r:id="rId12"/>
    <p:sldLayoutId id="2147483658" r:id="rId13"/>
    <p:sldLayoutId id="2147483659" r:id="rId14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03B49-651D-46A5-A273-0D4921FF95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Beyond Limits Website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C06656-B928-4AEC-BEBD-5FE258C087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22187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C1495-454B-4B99-AD3B-116D088D5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A7556E-2E3E-4297-BBB6-94BA7AA981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Review Sheet (optional)   </a:t>
            </a:r>
          </a:p>
        </p:txBody>
      </p:sp>
      <p:pic>
        <p:nvPicPr>
          <p:cNvPr id="5" name="Graphic 4" descr="Checkmark">
            <a:extLst>
              <a:ext uri="{FF2B5EF4-FFF2-40B4-BE49-F238E27FC236}">
                <a16:creationId xmlns:a16="http://schemas.microsoft.com/office/drawing/2014/main" id="{3D6F9F6C-4A71-40EF-A612-0D0AD11EBF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378">
            <a:off x="4077133" y="4752290"/>
            <a:ext cx="725424" cy="661432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8435664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46D85-5440-4B1F-9509-249CC322C0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Aims and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0C633A-5368-438C-8EFC-061508A5AF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4283016"/>
          </a:xfrm>
        </p:spPr>
        <p:txBody>
          <a:bodyPr>
            <a:normAutofit/>
          </a:bodyPr>
          <a:lstStyle/>
          <a:p>
            <a:r>
              <a:rPr lang="en-GB" dirty="0"/>
              <a:t>Early Look – limited functionality</a:t>
            </a:r>
          </a:p>
          <a:p>
            <a:endParaRPr lang="en-GB" dirty="0"/>
          </a:p>
          <a:p>
            <a:r>
              <a:rPr lang="en-GB" dirty="0"/>
              <a:t>If you don’t like something its changeable</a:t>
            </a:r>
          </a:p>
          <a:p>
            <a:endParaRPr lang="en-GB" dirty="0"/>
          </a:p>
          <a:p>
            <a:r>
              <a:rPr lang="en-GB" dirty="0"/>
              <a:t>Remain in contact to get the website right</a:t>
            </a:r>
          </a:p>
          <a:p>
            <a:endParaRPr lang="en-GB" dirty="0"/>
          </a:p>
          <a:p>
            <a:r>
              <a:rPr lang="en-GB" dirty="0"/>
              <a:t>Second prototype 08/02/2019:</a:t>
            </a:r>
          </a:p>
          <a:p>
            <a:pPr lvl="1"/>
            <a:r>
              <a:rPr lang="en-GB" dirty="0"/>
              <a:t>Almost final look of the website</a:t>
            </a:r>
          </a:p>
          <a:p>
            <a:pPr lvl="1"/>
            <a:r>
              <a:rPr lang="en-GB" dirty="0"/>
              <a:t>Most of Features Implemented</a:t>
            </a:r>
          </a:p>
          <a:p>
            <a:pPr lvl="1"/>
            <a:r>
              <a:rPr lang="en-GB" dirty="0"/>
              <a:t>Improvements over the last month</a:t>
            </a:r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2621952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Quotable">
  <a:themeElements>
    <a:clrScheme name="Quotable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00C6BB"/>
      </a:accent1>
      <a:accent2>
        <a:srgbClr val="6FEBA0"/>
      </a:accent2>
      <a:accent3>
        <a:srgbClr val="B6DF5E"/>
      </a:accent3>
      <a:accent4>
        <a:srgbClr val="EFB251"/>
      </a:accent4>
      <a:accent5>
        <a:srgbClr val="EF755F"/>
      </a:accent5>
      <a:accent6>
        <a:srgbClr val="ED515C"/>
      </a:accent6>
      <a:hlink>
        <a:srgbClr val="8F8F8F"/>
      </a:hlink>
      <a:folHlink>
        <a:srgbClr val="A5A5A5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6F3559E9-1A4C-49D8-94D4-F41003531C4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TM03457503[[fn=Quotable]]</Template>
  <TotalTime>138</TotalTime>
  <Words>51</Words>
  <Application>Microsoft Office PowerPoint</Application>
  <PresentationFormat>Widescreen</PresentationFormat>
  <Paragraphs>19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Century Gothic</vt:lpstr>
      <vt:lpstr>Wingdings 2</vt:lpstr>
      <vt:lpstr>Quotable</vt:lpstr>
      <vt:lpstr>Beyond Limits Website</vt:lpstr>
      <vt:lpstr>Intro</vt:lpstr>
      <vt:lpstr>Aims and Goals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Beyond Limits Website</dc:title>
  <dc:creator>Christos Christou</dc:creator>
  <cp:lastModifiedBy>Christos Christou</cp:lastModifiedBy>
  <cp:revision>3</cp:revision>
  <dcterms:created xsi:type="dcterms:W3CDTF">2018-12-05T15:48:19Z</dcterms:created>
  <dcterms:modified xsi:type="dcterms:W3CDTF">2018-12-05T18:06:57Z</dcterms:modified>
</cp:coreProperties>
</file>