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7" r:id="rId2"/>
    <p:sldMasterId id="2147483670" r:id="rId3"/>
  </p:sldMasterIdLst>
  <p:sldIdLst>
    <p:sldId id="256" r:id="rId4"/>
    <p:sldId id="257" r:id="rId5"/>
    <p:sldId id="260" r:id="rId6"/>
    <p:sldId id="261" r:id="rId7"/>
    <p:sldId id="262" r:id="rId8"/>
    <p:sldId id="264" r:id="rId9"/>
    <p:sldId id="263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3" autoAdjust="0"/>
    <p:restoredTop sz="94660"/>
  </p:normalViewPr>
  <p:slideViewPr>
    <p:cSldViewPr snapToGrid="0">
      <p:cViewPr varScale="1">
        <p:scale>
          <a:sx n="87" d="100"/>
          <a:sy n="87" d="100"/>
        </p:scale>
        <p:origin x="480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tableStyles" Target="tableStyle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10001" y="1449147"/>
            <a:ext cx="10572000" cy="2971051"/>
          </a:xfrm>
        </p:spPr>
        <p:txBody>
          <a:bodyPr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10001" y="5280847"/>
            <a:ext cx="10572000" cy="434974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8712" y="2222287"/>
            <a:ext cx="10554574" cy="363651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7"/>
          <p:cNvSpPr/>
          <p:nvPr/>
        </p:nvSpPr>
        <p:spPr bwMode="auto">
          <a:xfrm>
            <a:off x="0" y="1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0" y="0"/>
                </a:moveTo>
                <a:lnTo>
                  <a:pt x="5760" y="0"/>
                </a:lnTo>
                <a:lnTo>
                  <a:pt x="5760" y="3090"/>
                </a:lnTo>
                <a:lnTo>
                  <a:pt x="4817" y="3090"/>
                </a:lnTo>
                <a:lnTo>
                  <a:pt x="4637" y="3270"/>
                </a:lnTo>
                <a:lnTo>
                  <a:pt x="4637" y="3270"/>
                </a:lnTo>
                <a:lnTo>
                  <a:pt x="4633" y="3272"/>
                </a:lnTo>
                <a:lnTo>
                  <a:pt x="4627" y="3275"/>
                </a:lnTo>
                <a:lnTo>
                  <a:pt x="4621" y="3278"/>
                </a:lnTo>
                <a:lnTo>
                  <a:pt x="4616" y="3278"/>
                </a:lnTo>
                <a:lnTo>
                  <a:pt x="4610" y="3278"/>
                </a:lnTo>
                <a:lnTo>
                  <a:pt x="4605" y="3275"/>
                </a:lnTo>
                <a:lnTo>
                  <a:pt x="4599" y="3272"/>
                </a:lnTo>
                <a:lnTo>
                  <a:pt x="4595" y="3270"/>
                </a:lnTo>
                <a:lnTo>
                  <a:pt x="4415" y="3090"/>
                </a:lnTo>
                <a:lnTo>
                  <a:pt x="0" y="3090"/>
                </a:lnTo>
                <a:lnTo>
                  <a:pt x="0" y="0"/>
                </a:lnTo>
                <a:lnTo>
                  <a:pt x="0" y="0"/>
                </a:lnTo>
                <a:close/>
              </a:path>
            </a:pathLst>
          </a:custGeom>
          <a:ln>
            <a:headEnd/>
            <a:tailE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2951396"/>
            <a:ext cx="10561418" cy="1468800"/>
          </a:xfrm>
        </p:spPr>
        <p:txBody>
          <a:bodyPr anchor="b"/>
          <a:lstStyle>
            <a:lvl1pPr algn="r">
              <a:defRPr sz="48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5281201"/>
            <a:ext cx="10561418" cy="433955"/>
          </a:xfrm>
        </p:spPr>
        <p:txBody>
          <a:bodyPr anchor="t">
            <a:no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8712" y="2222287"/>
            <a:ext cx="5185873" cy="36387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7415" y="2222287"/>
            <a:ext cx="5194583" cy="3638764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4728" y="2174875"/>
            <a:ext cx="5189857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14729" y="2751138"/>
            <a:ext cx="5189856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7415" y="2174875"/>
            <a:ext cx="5194583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7415" y="2751138"/>
            <a:ext cx="5194583" cy="3109913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1073151" y="446087"/>
            <a:ext cx="3547533" cy="1814651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73151" y="446088"/>
            <a:ext cx="3547533" cy="161839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446088"/>
            <a:ext cx="6252633" cy="5414963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73151" y="2260738"/>
            <a:ext cx="3547533" cy="360031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4728" y="727522"/>
            <a:ext cx="4852988" cy="1617163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icture Placeholder 11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6098117" y="0"/>
            <a:ext cx="6093883" cy="6858000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noFill/>
          <a:ln w="9525">
            <a:solidFill>
              <a:schemeClr val="tx2"/>
            </a:solidFill>
            <a:round/>
            <a:headEnd/>
            <a:tailEnd/>
          </a:ln>
          <a:effectLst/>
        </p:spPr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algn="ctr">
              <a:buFontTx/>
              <a:buNone/>
              <a:defRPr sz="1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4728" y="2344684"/>
            <a:ext cx="4852988" cy="3516365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885810" y="6041362"/>
            <a:ext cx="976879" cy="365125"/>
          </a:xfrm>
        </p:spPr>
        <p:txBody>
          <a:bodyPr/>
          <a:lstStyle/>
          <a:p>
            <a:fld id="{18C79C5D-2A6F-F04D-97DA-BEF2467B64E4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90396" y="6041362"/>
            <a:ext cx="3295413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4862689" y="5915888"/>
            <a:ext cx="1062155" cy="490599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0000" y="4800600"/>
            <a:ext cx="10561418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Picture Placeholder 14"/>
          <p:cNvSpPr>
            <a:spLocks noGrp="1" noChangeAspect="1"/>
          </p:cNvSpPr>
          <p:nvPr>
            <p:ph type="pic" sz="quarter" idx="13"/>
          </p:nvPr>
        </p:nvSpPr>
        <p:spPr bwMode="auto">
          <a:xfrm>
            <a:off x="0" y="0"/>
            <a:ext cx="12192000" cy="4800600"/>
          </a:xfrm>
          <a:custGeom>
            <a:avLst/>
            <a:gdLst/>
            <a:ahLst/>
            <a:cxnLst/>
            <a:rect l="0" t="0" r="r" b="b"/>
            <a:pathLst>
              <a:path w="5760" h="3289">
                <a:moveTo>
                  <a:pt x="5760" y="0"/>
                </a:moveTo>
                <a:lnTo>
                  <a:pt x="0" y="0"/>
                </a:lnTo>
                <a:lnTo>
                  <a:pt x="0" y="3100"/>
                </a:lnTo>
                <a:lnTo>
                  <a:pt x="943" y="3100"/>
                </a:lnTo>
                <a:lnTo>
                  <a:pt x="1123" y="3281"/>
                </a:lnTo>
                <a:lnTo>
                  <a:pt x="1123" y="3281"/>
                </a:lnTo>
                <a:lnTo>
                  <a:pt x="1127" y="3283"/>
                </a:lnTo>
                <a:lnTo>
                  <a:pt x="1133" y="3286"/>
                </a:lnTo>
                <a:lnTo>
                  <a:pt x="1139" y="3289"/>
                </a:lnTo>
                <a:lnTo>
                  <a:pt x="1144" y="3289"/>
                </a:lnTo>
                <a:lnTo>
                  <a:pt x="1150" y="3289"/>
                </a:lnTo>
                <a:lnTo>
                  <a:pt x="1155" y="3286"/>
                </a:lnTo>
                <a:lnTo>
                  <a:pt x="1161" y="3283"/>
                </a:lnTo>
                <a:lnTo>
                  <a:pt x="1165" y="3281"/>
                </a:lnTo>
                <a:lnTo>
                  <a:pt x="1345" y="3100"/>
                </a:lnTo>
                <a:lnTo>
                  <a:pt x="5760" y="3100"/>
                </a:lnTo>
                <a:lnTo>
                  <a:pt x="5760" y="0"/>
                </a:lnTo>
                <a:close/>
              </a:path>
            </a:pathLst>
          </a:custGeom>
          <a:noFill/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numCol="1" anchor="t" anchorCtr="0" compatLnSpc="1">
            <a:prstTxWarp prst="textNoShape">
              <a:avLst/>
            </a:prstTxWarp>
            <a:normAutofit/>
          </a:bodyPr>
          <a:lstStyle>
            <a:lvl1pPr marL="0" indent="0" algn="ctr">
              <a:buFontTx/>
              <a:buNone/>
              <a:defRPr sz="16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10000" y="5367338"/>
            <a:ext cx="10561418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C79C5D-2A6F-F04D-97DA-BEF2467B64E4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 6"/>
          <p:cNvSpPr>
            <a:spLocks noChangeAspect="1"/>
          </p:cNvSpPr>
          <p:nvPr/>
        </p:nvSpPr>
        <p:spPr bwMode="auto">
          <a:xfrm>
            <a:off x="631697" y="1081456"/>
            <a:ext cx="6332416" cy="3239188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0985" y="1238502"/>
            <a:ext cx="5893840" cy="2645912"/>
          </a:xfrm>
        </p:spPr>
        <p:txBody>
          <a:bodyPr anchor="b"/>
          <a:lstStyle>
            <a:lvl1pPr algn="l">
              <a:defRPr sz="4200" b="1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3190" y="4443680"/>
            <a:ext cx="5891636" cy="713241"/>
          </a:xfrm>
        </p:spPr>
        <p:txBody>
          <a:bodyPr anchor="t">
            <a:no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7574642" y="1081456"/>
            <a:ext cx="3810001" cy="407546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 6"/>
          <p:cNvSpPr>
            <a:spLocks noChangeAspect="1"/>
          </p:cNvSpPr>
          <p:nvPr/>
        </p:nvSpPr>
        <p:spPr bwMode="auto">
          <a:xfrm>
            <a:off x="1140884" y="2286585"/>
            <a:ext cx="4895115" cy="2503972"/>
          </a:xfrm>
          <a:custGeom>
            <a:avLst/>
            <a:gdLst/>
            <a:ahLst/>
            <a:cxnLst/>
            <a:rect l="0" t="0" r="r" b="b"/>
            <a:pathLst>
              <a:path w="3384" h="2308">
                <a:moveTo>
                  <a:pt x="3340" y="0"/>
                </a:moveTo>
                <a:lnTo>
                  <a:pt x="44" y="0"/>
                </a:lnTo>
                <a:lnTo>
                  <a:pt x="44" y="0"/>
                </a:lnTo>
                <a:lnTo>
                  <a:pt x="34" y="0"/>
                </a:lnTo>
                <a:lnTo>
                  <a:pt x="26" y="4"/>
                </a:lnTo>
                <a:lnTo>
                  <a:pt x="20" y="8"/>
                </a:lnTo>
                <a:lnTo>
                  <a:pt x="12" y="12"/>
                </a:lnTo>
                <a:lnTo>
                  <a:pt x="8" y="20"/>
                </a:lnTo>
                <a:lnTo>
                  <a:pt x="4" y="26"/>
                </a:lnTo>
                <a:lnTo>
                  <a:pt x="0" y="34"/>
                </a:lnTo>
                <a:lnTo>
                  <a:pt x="0" y="44"/>
                </a:lnTo>
                <a:lnTo>
                  <a:pt x="0" y="2076"/>
                </a:lnTo>
                <a:lnTo>
                  <a:pt x="0" y="2076"/>
                </a:lnTo>
                <a:lnTo>
                  <a:pt x="0" y="2086"/>
                </a:lnTo>
                <a:lnTo>
                  <a:pt x="4" y="2094"/>
                </a:lnTo>
                <a:lnTo>
                  <a:pt x="8" y="2100"/>
                </a:lnTo>
                <a:lnTo>
                  <a:pt x="12" y="2108"/>
                </a:lnTo>
                <a:lnTo>
                  <a:pt x="20" y="2112"/>
                </a:lnTo>
                <a:lnTo>
                  <a:pt x="26" y="2116"/>
                </a:lnTo>
                <a:lnTo>
                  <a:pt x="34" y="2120"/>
                </a:lnTo>
                <a:lnTo>
                  <a:pt x="44" y="2120"/>
                </a:lnTo>
                <a:lnTo>
                  <a:pt x="474" y="2120"/>
                </a:lnTo>
                <a:lnTo>
                  <a:pt x="650" y="2296"/>
                </a:lnTo>
                <a:lnTo>
                  <a:pt x="650" y="2296"/>
                </a:lnTo>
                <a:lnTo>
                  <a:pt x="656" y="2300"/>
                </a:lnTo>
                <a:lnTo>
                  <a:pt x="664" y="2304"/>
                </a:lnTo>
                <a:lnTo>
                  <a:pt x="672" y="2308"/>
                </a:lnTo>
                <a:lnTo>
                  <a:pt x="680" y="2308"/>
                </a:lnTo>
                <a:lnTo>
                  <a:pt x="688" y="2308"/>
                </a:lnTo>
                <a:lnTo>
                  <a:pt x="696" y="2304"/>
                </a:lnTo>
                <a:lnTo>
                  <a:pt x="704" y="2300"/>
                </a:lnTo>
                <a:lnTo>
                  <a:pt x="710" y="2296"/>
                </a:lnTo>
                <a:lnTo>
                  <a:pt x="886" y="2120"/>
                </a:lnTo>
                <a:lnTo>
                  <a:pt x="3340" y="2120"/>
                </a:lnTo>
                <a:lnTo>
                  <a:pt x="3340" y="2120"/>
                </a:lnTo>
                <a:lnTo>
                  <a:pt x="3350" y="2120"/>
                </a:lnTo>
                <a:lnTo>
                  <a:pt x="3358" y="2116"/>
                </a:lnTo>
                <a:lnTo>
                  <a:pt x="3364" y="2112"/>
                </a:lnTo>
                <a:lnTo>
                  <a:pt x="3372" y="2108"/>
                </a:lnTo>
                <a:lnTo>
                  <a:pt x="3376" y="2100"/>
                </a:lnTo>
                <a:lnTo>
                  <a:pt x="3380" y="2094"/>
                </a:lnTo>
                <a:lnTo>
                  <a:pt x="3384" y="2086"/>
                </a:lnTo>
                <a:lnTo>
                  <a:pt x="3384" y="2076"/>
                </a:lnTo>
                <a:lnTo>
                  <a:pt x="3384" y="44"/>
                </a:lnTo>
                <a:lnTo>
                  <a:pt x="3384" y="44"/>
                </a:lnTo>
                <a:lnTo>
                  <a:pt x="3384" y="34"/>
                </a:lnTo>
                <a:lnTo>
                  <a:pt x="3380" y="26"/>
                </a:lnTo>
                <a:lnTo>
                  <a:pt x="3376" y="20"/>
                </a:lnTo>
                <a:lnTo>
                  <a:pt x="3372" y="12"/>
                </a:lnTo>
                <a:lnTo>
                  <a:pt x="3364" y="8"/>
                </a:lnTo>
                <a:lnTo>
                  <a:pt x="3358" y="4"/>
                </a:lnTo>
                <a:lnTo>
                  <a:pt x="3350" y="0"/>
                </a:lnTo>
                <a:lnTo>
                  <a:pt x="3340" y="0"/>
                </a:lnTo>
                <a:lnTo>
                  <a:pt x="3340" y="0"/>
                </a:lnTo>
                <a:close/>
              </a:path>
            </a:pathLst>
          </a:cu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1357089" y="2435957"/>
            <a:ext cx="4382521" cy="2007789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6156000" y="2286000"/>
            <a:ext cx="4880300" cy="2295525"/>
          </a:xfrm>
        </p:spPr>
        <p:txBody>
          <a:bodyPr anchor="t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F54567-0DE4-3F47-BF90-CB84690072F9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/>
          <p:cNvSpPr/>
          <p:nvPr/>
        </p:nvSpPr>
        <p:spPr bwMode="auto">
          <a:xfrm>
            <a:off x="0" y="0"/>
            <a:ext cx="12192000" cy="2185988"/>
          </a:xfrm>
          <a:custGeom>
            <a:avLst/>
            <a:gdLst/>
            <a:ahLst/>
            <a:cxnLst/>
            <a:rect l="0" t="0" r="r" b="b"/>
            <a:pathLst>
              <a:path w="5760" h="1377">
                <a:moveTo>
                  <a:pt x="5760" y="0"/>
                </a:moveTo>
                <a:lnTo>
                  <a:pt x="0" y="0"/>
                </a:lnTo>
                <a:lnTo>
                  <a:pt x="0" y="1189"/>
                </a:lnTo>
                <a:lnTo>
                  <a:pt x="943" y="1189"/>
                </a:lnTo>
                <a:lnTo>
                  <a:pt x="1123" y="1369"/>
                </a:lnTo>
                <a:lnTo>
                  <a:pt x="1123" y="1369"/>
                </a:lnTo>
                <a:lnTo>
                  <a:pt x="1127" y="1371"/>
                </a:lnTo>
                <a:lnTo>
                  <a:pt x="1133" y="1374"/>
                </a:lnTo>
                <a:lnTo>
                  <a:pt x="1139" y="1377"/>
                </a:lnTo>
                <a:lnTo>
                  <a:pt x="1144" y="1377"/>
                </a:lnTo>
                <a:lnTo>
                  <a:pt x="1150" y="1377"/>
                </a:lnTo>
                <a:lnTo>
                  <a:pt x="1155" y="1374"/>
                </a:lnTo>
                <a:lnTo>
                  <a:pt x="1161" y="1371"/>
                </a:lnTo>
                <a:lnTo>
                  <a:pt x="1165" y="1369"/>
                </a:lnTo>
                <a:lnTo>
                  <a:pt x="1345" y="1189"/>
                </a:lnTo>
                <a:lnTo>
                  <a:pt x="5760" y="1189"/>
                </a:lnTo>
                <a:lnTo>
                  <a:pt x="5760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6"/>
          <p:cNvSpPr>
            <a:spLocks noChangeAspect="1"/>
          </p:cNvSpPr>
          <p:nvPr/>
        </p:nvSpPr>
        <p:spPr bwMode="auto">
          <a:xfrm>
            <a:off x="7669651" y="446089"/>
            <a:ext cx="4522349" cy="5414962"/>
          </a:xfrm>
          <a:custGeom>
            <a:avLst/>
            <a:gdLst/>
            <a:ahLst/>
            <a:cxnLst/>
            <a:rect l="0" t="0" r="r" b="b"/>
            <a:pathLst>
              <a:path w="2879" h="4320">
                <a:moveTo>
                  <a:pt x="183" y="0"/>
                </a:moveTo>
                <a:lnTo>
                  <a:pt x="183" y="1197"/>
                </a:lnTo>
                <a:lnTo>
                  <a:pt x="8" y="1372"/>
                </a:lnTo>
                <a:lnTo>
                  <a:pt x="8" y="1372"/>
                </a:lnTo>
                <a:lnTo>
                  <a:pt x="6" y="1376"/>
                </a:lnTo>
                <a:lnTo>
                  <a:pt x="3" y="1382"/>
                </a:lnTo>
                <a:lnTo>
                  <a:pt x="0" y="1387"/>
                </a:lnTo>
                <a:lnTo>
                  <a:pt x="0" y="1393"/>
                </a:lnTo>
                <a:lnTo>
                  <a:pt x="0" y="1399"/>
                </a:lnTo>
                <a:lnTo>
                  <a:pt x="3" y="1404"/>
                </a:lnTo>
                <a:lnTo>
                  <a:pt x="6" y="1410"/>
                </a:lnTo>
                <a:lnTo>
                  <a:pt x="8" y="1414"/>
                </a:lnTo>
                <a:lnTo>
                  <a:pt x="183" y="1589"/>
                </a:lnTo>
                <a:lnTo>
                  <a:pt x="183" y="4320"/>
                </a:lnTo>
                <a:lnTo>
                  <a:pt x="2879" y="4320"/>
                </a:lnTo>
                <a:lnTo>
                  <a:pt x="2879" y="0"/>
                </a:lnTo>
                <a:lnTo>
                  <a:pt x="183" y="0"/>
                </a:lnTo>
                <a:close/>
              </a:path>
            </a:pathLst>
          </a:custGeom>
          <a:ln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83540" y="586171"/>
            <a:ext cx="2494791" cy="51347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0001" y="446089"/>
            <a:ext cx="6611540" cy="5414962"/>
          </a:xfrm>
        </p:spPr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118311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6">
            <a:extLst>
              <a:ext uri="{FF2B5EF4-FFF2-40B4-BE49-F238E27FC236}">
                <a16:creationId xmlns:a16="http://schemas.microsoft.com/office/drawing/2014/main" id="{1B9560ED-5F2B-4661-A241-E12214E1D1FE}"/>
              </a:ext>
            </a:extLst>
          </p:cNvPr>
          <p:cNvSpPr/>
          <p:nvPr userDrawn="1"/>
        </p:nvSpPr>
        <p:spPr bwMode="auto">
          <a:xfrm>
            <a:off x="0" y="-3175"/>
            <a:ext cx="12192000" cy="5203825"/>
          </a:xfrm>
          <a:custGeom>
            <a:avLst/>
            <a:gdLst/>
            <a:ahLst/>
            <a:cxnLst/>
            <a:rect l="0" t="0" r="r" b="b"/>
            <a:pathLst>
              <a:path w="5760" h="3278">
                <a:moveTo>
                  <a:pt x="5760" y="0"/>
                </a:moveTo>
                <a:lnTo>
                  <a:pt x="0" y="0"/>
                </a:lnTo>
                <a:lnTo>
                  <a:pt x="0" y="3090"/>
                </a:lnTo>
                <a:lnTo>
                  <a:pt x="943" y="3090"/>
                </a:lnTo>
                <a:lnTo>
                  <a:pt x="1123" y="3270"/>
                </a:lnTo>
                <a:lnTo>
                  <a:pt x="1123" y="3270"/>
                </a:lnTo>
                <a:lnTo>
                  <a:pt x="1127" y="3272"/>
                </a:lnTo>
                <a:lnTo>
                  <a:pt x="1133" y="3275"/>
                </a:lnTo>
                <a:lnTo>
                  <a:pt x="1139" y="3278"/>
                </a:lnTo>
                <a:lnTo>
                  <a:pt x="1144" y="3278"/>
                </a:lnTo>
                <a:lnTo>
                  <a:pt x="1150" y="3278"/>
                </a:lnTo>
                <a:lnTo>
                  <a:pt x="1155" y="3275"/>
                </a:lnTo>
                <a:lnTo>
                  <a:pt x="1161" y="3272"/>
                </a:lnTo>
                <a:lnTo>
                  <a:pt x="1165" y="3270"/>
                </a:lnTo>
                <a:lnTo>
                  <a:pt x="1345" y="3090"/>
                </a:lnTo>
                <a:lnTo>
                  <a:pt x="5760" y="3090"/>
                </a:lnTo>
                <a:lnTo>
                  <a:pt x="5760" y="0"/>
                </a:lnTo>
                <a:close/>
              </a:path>
            </a:pathLst>
          </a:custGeom>
          <a:ln/>
          <a:effectLst/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8795539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9EBBA-996F-894A-B54A-D6246ED52CEA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9368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A1323-8D79-1946-B0D7-40001CF92E9D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09380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FA1846-DA80-1C48-A609-854EA85C59AD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947041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302355-E14B-8545-A8F8-0FE83CC9D524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019552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640F58-564D-2B4F-AE67-E407BA4FCF45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32639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3A34C8-038E-2045-AF43-DF7DBB8E0E9E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436328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18C68F-D26B-8F47-958C-23B49CF8A634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868679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F5E60-9974-AC48-9591-99C2BB44B7CF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099274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4392261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3816498"/>
      </p:ext>
    </p:extLst>
  </p:cSld>
  <p:clrMapOvr>
    <a:masterClrMapping/>
  </p:clrMapOvr>
  <p:hf sldNum="0" hdr="0" ftr="0" dt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549476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85716873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9034273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2497403"/>
      </p:ext>
    </p:extLst>
  </p:cSld>
  <p:clrMapOvr>
    <a:masterClrMapping/>
  </p:clrMapOvr>
  <p:hf sldNum="0" hdr="0" ftr="0" dt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482E8-6E0E-1B4F-B1FD-C69DB9E858D9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444908"/>
      </p:ext>
    </p:extLst>
  </p:cSld>
  <p:clrMapOvr>
    <a:masterClrMapping/>
  </p:clrMapOvr>
  <p:hf sldNum="0" hdr="0" ftr="0" dt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C52C72-DE31-F449-A4ED-4C594FD91407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12042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62726E-379B-B349-9EED-81ED093FA806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8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19.xml"/><Relationship Id="rId21" Type="http://schemas.openxmlformats.org/officeDocument/2006/relationships/image" Target="../media/image5.png"/><Relationship Id="rId7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8.xml"/><Relationship Id="rId17" Type="http://schemas.openxmlformats.org/officeDocument/2006/relationships/slideLayout" Target="../slideLayouts/slideLayout33.xml"/><Relationship Id="rId2" Type="http://schemas.openxmlformats.org/officeDocument/2006/relationships/slideLayout" Target="../slideLayouts/slideLayout18.xml"/><Relationship Id="rId16" Type="http://schemas.openxmlformats.org/officeDocument/2006/relationships/slideLayout" Target="../slideLayouts/slideLayout32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26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30.xml"/><Relationship Id="rId22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10000" y="447188"/>
            <a:ext cx="10571998" cy="970450"/>
          </a:xfrm>
          <a:prstGeom prst="rect">
            <a:avLst/>
          </a:prstGeom>
          <a:effectLst>
            <a:outerShdw blurRad="50800" dir="14400000">
              <a:srgbClr val="000000">
                <a:alpha val="60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10000" y="2184401"/>
            <a:ext cx="10563285" cy="3674397"/>
          </a:xfrm>
          <a:prstGeom prst="rect">
            <a:avLst/>
          </a:prstGeom>
          <a:effectLst>
            <a:outerShdw blurRad="50800" dir="14400000">
              <a:srgbClr val="000000">
                <a:alpha val="40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1514" y="6041362"/>
            <a:ext cx="8644320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334626" y="6041362"/>
            <a:ext cx="1343706" cy="3651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09B482E8-6E0E-1B4F-B1FD-C69DB9E858D9}" type="datetimeFigureOut">
              <a:rPr lang="en-US" dirty="0"/>
              <a:pPr/>
              <a:t>12/6/2018</a:t>
            </a:fld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331" y="5915888"/>
            <a:ext cx="1062155" cy="490599"/>
          </a:xfrm>
          <a:prstGeom prst="rect">
            <a:avLst/>
          </a:prstGeom>
        </p:spPr>
        <p:txBody>
          <a:bodyPr vert="horz" lIns="91440" tIns="45720" rIns="91440" bIns="10800" rtlCol="0" anchor="b"/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3" r:id="rId9"/>
    <p:sldLayoutId id="2147483657" r:id="rId10"/>
    <p:sldLayoutId id="2147483666" r:id="rId11"/>
    <p:sldLayoutId id="2147483661" r:id="rId12"/>
    <p:sldLayoutId id="2147483658" r:id="rId13"/>
    <p:sldLayoutId id="2147483659" r:id="rId14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000" b="1" kern="1200">
          <a:solidFill>
            <a:srgbClr val="FEFEFE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4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36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Font typeface="Wingdings 2" charset="2"/>
        <a:buChar char="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433960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09B482E8-6E0E-1B4F-B1FD-C69DB9E858D9}" type="datetimeFigureOut">
              <a:rPr lang="en-US" smtClean="0"/>
              <a:pPr/>
              <a:t>12/6/2018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16977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99283" y="953787"/>
            <a:ext cx="5452533" cy="4792165"/>
          </a:xfrm>
          <a:effectLst/>
        </p:spPr>
        <p:txBody>
          <a:bodyPr anchor="ctr">
            <a:normAutofit/>
          </a:bodyPr>
          <a:lstStyle/>
          <a:p>
            <a:r>
              <a:rPr lang="en-GB" sz="6600" dirty="0"/>
              <a:t>Beyond Limits Website	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3466" y="2281574"/>
            <a:ext cx="3994015" cy="2294852"/>
          </a:xfrm>
          <a:effectLst/>
        </p:spPr>
        <p:txBody>
          <a:bodyPr anchor="ctr">
            <a:normAutofit/>
          </a:bodyPr>
          <a:lstStyle/>
          <a:p>
            <a:pPr algn="ctr"/>
            <a:r>
              <a:rPr lang="en-GB" sz="2800" dirty="0"/>
              <a:t>Presentation of Prototype one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600535-BD84-4BFD-AB71-E15E1DAE137C}"/>
              </a:ext>
            </a:extLst>
          </p:cNvPr>
          <p:cNvSpPr txBox="1"/>
          <p:nvPr/>
        </p:nvSpPr>
        <p:spPr>
          <a:xfrm>
            <a:off x="10585940" y="334108"/>
            <a:ext cx="5890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7527166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Aims and Goals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969" y="2147695"/>
            <a:ext cx="10554574" cy="4160918"/>
          </a:xfrm>
          <a:effectLst/>
        </p:spPr>
        <p:txBody>
          <a:bodyPr>
            <a:noAutofit/>
          </a:bodyPr>
          <a:lstStyle/>
          <a:p>
            <a:r>
              <a:rPr lang="en-GB" sz="3000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Early Look – limited functionality</a:t>
            </a:r>
          </a:p>
          <a:p>
            <a:r>
              <a:rPr lang="en-GB" sz="3000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If you don’t like something it’s not set in stone</a:t>
            </a:r>
          </a:p>
          <a:p>
            <a:r>
              <a:rPr lang="en-GB" sz="3000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Remain in contact to get the website right</a:t>
            </a:r>
          </a:p>
          <a:p>
            <a:r>
              <a:rPr lang="en-GB" sz="3000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Second prototype 08/02/2019</a:t>
            </a:r>
          </a:p>
          <a:p>
            <a:pPr lvl="1"/>
            <a:r>
              <a:rPr lang="en-GB" sz="3000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Almost final look of the website</a:t>
            </a:r>
          </a:p>
          <a:p>
            <a:pPr lvl="1"/>
            <a:r>
              <a:rPr lang="en-GB" sz="3000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Most of the features implemented</a:t>
            </a:r>
          </a:p>
          <a:p>
            <a:pPr lvl="1"/>
            <a:r>
              <a:rPr lang="en-GB" sz="3000" dirty="0"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Improvements over the last month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C459D0-98EA-4682-BAE2-A22573F5C2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9115" y="158271"/>
            <a:ext cx="1548283" cy="1548283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A84A80-37D3-4F63-8628-DA8BEE69D5AB}"/>
              </a:ext>
            </a:extLst>
          </p:cNvPr>
          <p:cNvSpPr txBox="1"/>
          <p:nvPr/>
        </p:nvSpPr>
        <p:spPr>
          <a:xfrm>
            <a:off x="10585940" y="334108"/>
            <a:ext cx="5890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91248222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Deliverables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8035" y="2096863"/>
            <a:ext cx="10554574" cy="3636511"/>
          </a:xfrm>
          <a:effectLst/>
        </p:spPr>
        <p:txBody>
          <a:bodyPr>
            <a:normAutofit/>
          </a:bodyPr>
          <a:lstStyle/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Volunteering Form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Image Carousel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Admin Page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Database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General Webpages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7342" y="5733374"/>
            <a:ext cx="9937314" cy="54941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1F7DE3A-CB48-4A3A-B882-5BAEAF1C5D48}"/>
              </a:ext>
            </a:extLst>
          </p:cNvPr>
          <p:cNvSpPr txBox="1"/>
          <p:nvPr/>
        </p:nvSpPr>
        <p:spPr>
          <a:xfrm>
            <a:off x="10585940" y="334108"/>
            <a:ext cx="5890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16417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Volunteering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effectLst/>
        </p:spPr>
        <p:txBody>
          <a:bodyPr>
            <a:normAutofit/>
          </a:bodyPr>
          <a:lstStyle/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Simple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Concise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Easy to use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Automatic Email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9476" y="2108547"/>
            <a:ext cx="6076950" cy="44196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8D0F88-79B0-4A29-B0E2-EA6850DAD673}"/>
              </a:ext>
            </a:extLst>
          </p:cNvPr>
          <p:cNvSpPr txBox="1"/>
          <p:nvPr/>
        </p:nvSpPr>
        <p:spPr>
          <a:xfrm>
            <a:off x="10585940" y="334108"/>
            <a:ext cx="5890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322788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Image Carousel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8110" y="2119046"/>
            <a:ext cx="10554574" cy="3636511"/>
          </a:xfrm>
          <a:effectLst/>
        </p:spPr>
        <p:txBody>
          <a:bodyPr>
            <a:normAutofit/>
          </a:bodyPr>
          <a:lstStyle/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Implemented on the home page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Will make a good first </a:t>
            </a:r>
          </a:p>
          <a:p>
            <a:pPr marL="0" indent="0">
              <a:buNone/>
            </a:pPr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	impression of the website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Can be edited using the </a:t>
            </a:r>
          </a:p>
          <a:p>
            <a:pPr marL="0" indent="0">
              <a:buNone/>
            </a:pPr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	admin page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l="933" t="-874" r="-933" b="23506"/>
          <a:stretch/>
        </p:blipFill>
        <p:spPr>
          <a:xfrm>
            <a:off x="5944081" y="2930943"/>
            <a:ext cx="5634493" cy="232573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491565-0BCC-4AD1-9BE5-558A058757D0}"/>
              </a:ext>
            </a:extLst>
          </p:cNvPr>
          <p:cNvSpPr txBox="1"/>
          <p:nvPr/>
        </p:nvSpPr>
        <p:spPr>
          <a:xfrm>
            <a:off x="10585940" y="334108"/>
            <a:ext cx="5890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54816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Admin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462" y="1853248"/>
            <a:ext cx="10554574" cy="3636511"/>
          </a:xfrm>
          <a:effectLst/>
        </p:spPr>
        <p:txBody>
          <a:bodyPr>
            <a:normAutofit/>
          </a:bodyPr>
          <a:lstStyle/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Accessible through a separate link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Gives control over various features of the website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Shows various statistics taken</a:t>
            </a:r>
          </a:p>
          <a:p>
            <a:pPr marL="0" indent="0">
              <a:buNone/>
            </a:pPr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	 from the database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Will be password protected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06BDD0-C6B4-493E-B14B-13DC155E848C}"/>
              </a:ext>
            </a:extLst>
          </p:cNvPr>
          <p:cNvSpPr txBox="1"/>
          <p:nvPr/>
        </p:nvSpPr>
        <p:spPr>
          <a:xfrm>
            <a:off x="10585940" y="334108"/>
            <a:ext cx="5890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dirty="0"/>
              <a:t>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196679-4BC9-40D9-B821-08B9C4D7E19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0897" r="841" b="4872"/>
          <a:stretch/>
        </p:blipFill>
        <p:spPr>
          <a:xfrm>
            <a:off x="6005148" y="3138854"/>
            <a:ext cx="6079390" cy="2904843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9381145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Database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966" y="2194578"/>
            <a:ext cx="10554574" cy="3636511"/>
          </a:xfrm>
          <a:effectLst/>
        </p:spPr>
        <p:txBody>
          <a:bodyPr>
            <a:normAutofit/>
          </a:bodyPr>
          <a:lstStyle/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Stores:</a:t>
            </a:r>
          </a:p>
          <a:p>
            <a:pPr lvl="1"/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Events</a:t>
            </a:r>
          </a:p>
          <a:p>
            <a:pPr lvl="1"/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Volunteers</a:t>
            </a:r>
          </a:p>
          <a:p>
            <a:pPr lvl="1"/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Volunteer Assignments</a:t>
            </a:r>
          </a:p>
          <a:p>
            <a:r>
              <a:rPr lang="en-GB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Can be accessed using the admin page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D76FC9-A3FA-4030-A5C7-3D44A3A2DAB3}"/>
              </a:ext>
            </a:extLst>
          </p:cNvPr>
          <p:cNvSpPr txBox="1"/>
          <p:nvPr/>
        </p:nvSpPr>
        <p:spPr>
          <a:xfrm>
            <a:off x="10585940" y="334108"/>
            <a:ext cx="5890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dirty="0"/>
              <a:t>7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A9D715-C51B-4D4C-93A7-63AD6FA88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826" y="3121828"/>
            <a:ext cx="6146063" cy="6896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72B2836-54BE-4581-AE5F-2C6AEDC49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7523" y="1762592"/>
            <a:ext cx="8028366" cy="127646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D74AF3B-FEEB-46EC-953F-BF8B877D59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826" y="3204603"/>
            <a:ext cx="6146063" cy="68967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914FD6A-F97D-4001-8137-7DD8C32577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6608" y="4012833"/>
            <a:ext cx="2639281" cy="1574029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015508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u="sng" dirty="0"/>
              <a:t>Website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0643" y="2116779"/>
            <a:ext cx="10554574" cy="3636511"/>
          </a:xfrm>
          <a:effectLst/>
        </p:spPr>
        <p:txBody>
          <a:bodyPr>
            <a:noAutofit/>
          </a:bodyPr>
          <a:lstStyle/>
          <a:p>
            <a:r>
              <a:rPr lang="en-US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Go through layout and features</a:t>
            </a:r>
          </a:p>
          <a:p>
            <a:r>
              <a:rPr lang="en-US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Show how to edit the content of the website through the administrator’s panel</a:t>
            </a:r>
          </a:p>
          <a:p>
            <a:r>
              <a:rPr lang="en-US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Note down any feedback on review sheet as we go through, this will be reviewed and feed into the next prototype</a:t>
            </a:r>
          </a:p>
          <a:p>
            <a:r>
              <a:rPr lang="en-US" sz="3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rPr>
              <a:t>Any further questions or feedback at a later date can be emailed to us</a:t>
            </a:r>
          </a:p>
          <a:p>
            <a:endParaRPr lang="en-US" sz="3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  <a:p>
            <a:endParaRPr lang="en-GB" sz="3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10E0EF-B872-4285-A0D8-49A2229902B1}"/>
              </a:ext>
            </a:extLst>
          </p:cNvPr>
          <p:cNvSpPr txBox="1"/>
          <p:nvPr/>
        </p:nvSpPr>
        <p:spPr>
          <a:xfrm>
            <a:off x="10585940" y="334108"/>
            <a:ext cx="58908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530869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jpeg"/></Relationships>
</file>

<file path=ppt/theme/theme1.xml><?xml version="1.0" encoding="utf-8"?>
<a:theme xmlns:a="http://schemas.openxmlformats.org/drawingml/2006/main" name="Quotable">
  <a:themeElements>
    <a:clrScheme name="Quotable">
      <a:dk1>
        <a:sysClr val="windowText" lastClr="000000"/>
      </a:dk1>
      <a:lt1>
        <a:sysClr val="window" lastClr="FFFFFF"/>
      </a:lt1>
      <a:dk2>
        <a:srgbClr val="212121"/>
      </a:dk2>
      <a:lt2>
        <a:srgbClr val="636363"/>
      </a:lt2>
      <a:accent1>
        <a:srgbClr val="00C6BB"/>
      </a:accent1>
      <a:accent2>
        <a:srgbClr val="6FEBA0"/>
      </a:accent2>
      <a:accent3>
        <a:srgbClr val="B6DF5E"/>
      </a:accent3>
      <a:accent4>
        <a:srgbClr val="EFB251"/>
      </a:accent4>
      <a:accent5>
        <a:srgbClr val="EF755F"/>
      </a:accent5>
      <a:accent6>
        <a:srgbClr val="ED515C"/>
      </a:accent6>
      <a:hlink>
        <a:srgbClr val="8F8F8F"/>
      </a:hlink>
      <a:folHlink>
        <a:srgbClr val="A5A5A5"/>
      </a:folHlink>
    </a:clrScheme>
    <a:fontScheme name="Quotabl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Quotable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lumMod val="105000"/>
              </a:schemeClr>
            </a:gs>
            <a:gs pos="100000">
              <a:schemeClr val="phClr">
                <a:tint val="90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8000"/>
                <a:lumMod val="102000"/>
              </a:schemeClr>
              <a:schemeClr val="phClr">
                <a:shade val="98000"/>
                <a:lumMod val="98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innerShdw blurRad="63500" dist="25400" dir="13500000">
              <a:srgbClr val="000000">
                <a:alpha val="75000"/>
              </a:srgbClr>
            </a:inn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</a:schemeClr>
            </a:gs>
            <a:gs pos="100000">
              <a:schemeClr val="phClr">
                <a:tint val="84000"/>
                <a:shade val="84000"/>
                <a:lumMod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90000"/>
                <a:satMod val="120000"/>
                <a:lumMod val="90000"/>
              </a:schemeClr>
            </a:gs>
            <a:gs pos="100000">
              <a:schemeClr val="phClr"/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Quotable" id="{39EC5628-30ED-4578-ACD8-9820EDB8E15A}" vid="{6F3559E9-1A4C-49D8-94D4-F41003531C49}"/>
    </a:ext>
  </a:extLst>
</a:theme>
</file>

<file path=ppt/theme/theme2.xml><?xml version="1.0" encoding="utf-8"?>
<a:theme xmlns:a="http://schemas.openxmlformats.org/drawingml/2006/main" name="Storyboard Layout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180</Words>
  <Application>Microsoft Office PowerPoint</Application>
  <PresentationFormat>Widescreen</PresentationFormat>
  <Paragraphs>52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Arial</vt:lpstr>
      <vt:lpstr>Century Gothic</vt:lpstr>
      <vt:lpstr>Wingdings 2</vt:lpstr>
      <vt:lpstr>Wingdings 3</vt:lpstr>
      <vt:lpstr>Quotable</vt:lpstr>
      <vt:lpstr>Storyboard Layouts</vt:lpstr>
      <vt:lpstr>Ion</vt:lpstr>
      <vt:lpstr>Beyond Limits Website </vt:lpstr>
      <vt:lpstr>Aims and Goals </vt:lpstr>
      <vt:lpstr>Deliverables</vt:lpstr>
      <vt:lpstr>Volunteering Form</vt:lpstr>
      <vt:lpstr>Image Carousel</vt:lpstr>
      <vt:lpstr>Admin Page</vt:lpstr>
      <vt:lpstr>Database</vt:lpstr>
      <vt:lpstr>Website Walkthrough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Limits Website</dc:title>
  <dc:creator>Christos Christou</dc:creator>
  <cp:lastModifiedBy>Christos Christou</cp:lastModifiedBy>
  <cp:revision>7</cp:revision>
  <dcterms:created xsi:type="dcterms:W3CDTF">2018-12-06T13:01:15Z</dcterms:created>
  <dcterms:modified xsi:type="dcterms:W3CDTF">2018-12-06T15:36:09Z</dcterms:modified>
</cp:coreProperties>
</file>