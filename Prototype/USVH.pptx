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2F8E726-C47D-4B72-8157-112B51BD28A1}" v="2" dt="2018-11-30T12:27:17.2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7" autoAdjust="0"/>
    <p:restoredTop sz="94660"/>
  </p:normalViewPr>
  <p:slideViewPr>
    <p:cSldViewPr snapToGrid="0">
      <p:cViewPr varScale="1">
        <p:scale>
          <a:sx n="85" d="100"/>
          <a:sy n="85" d="100"/>
        </p:scale>
        <p:origin x="595" y="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 Id="rId9"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ke Mortimer" userId="d3e41ce58c69e8b5" providerId="LiveId" clId="{E2F8E726-C47D-4B72-8157-112B51BD28A1}"/>
    <pc:docChg chg="custSel modSld">
      <pc:chgData name="Jake Mortimer" userId="d3e41ce58c69e8b5" providerId="LiveId" clId="{E2F8E726-C47D-4B72-8157-112B51BD28A1}" dt="2018-11-30T12:32:23.884" v="1683" actId="1076"/>
      <pc:docMkLst>
        <pc:docMk/>
      </pc:docMkLst>
      <pc:sldChg chg="addSp modSp">
        <pc:chgData name="Jake Mortimer" userId="d3e41ce58c69e8b5" providerId="LiveId" clId="{E2F8E726-C47D-4B72-8157-112B51BD28A1}" dt="2018-11-30T12:30:02.141" v="1133" actId="20577"/>
        <pc:sldMkLst>
          <pc:docMk/>
          <pc:sldMk cId="1344645106" sldId="256"/>
        </pc:sldMkLst>
        <pc:spChg chg="add mod">
          <ac:chgData name="Jake Mortimer" userId="d3e41ce58c69e8b5" providerId="LiveId" clId="{E2F8E726-C47D-4B72-8157-112B51BD28A1}" dt="2018-11-30T12:30:02.141" v="1133" actId="20577"/>
          <ac:spMkLst>
            <pc:docMk/>
            <pc:sldMk cId="1344645106" sldId="256"/>
            <ac:spMk id="2" creationId="{A6EF79B0-E778-44C6-8665-90B0E34BF5B3}"/>
          </ac:spMkLst>
        </pc:spChg>
      </pc:sldChg>
      <pc:sldChg chg="addSp modSp">
        <pc:chgData name="Jake Mortimer" userId="d3e41ce58c69e8b5" providerId="LiveId" clId="{E2F8E726-C47D-4B72-8157-112B51BD28A1}" dt="2018-11-30T12:32:23.884" v="1683" actId="1076"/>
        <pc:sldMkLst>
          <pc:docMk/>
          <pc:sldMk cId="2134654508" sldId="257"/>
        </pc:sldMkLst>
        <pc:spChg chg="add mod">
          <ac:chgData name="Jake Mortimer" userId="d3e41ce58c69e8b5" providerId="LiveId" clId="{E2F8E726-C47D-4B72-8157-112B51BD28A1}" dt="2018-11-30T12:32:23.884" v="1683" actId="1076"/>
          <ac:spMkLst>
            <pc:docMk/>
            <pc:sldMk cId="2134654508" sldId="257"/>
            <ac:spMk id="3" creationId="{E91E3D7B-E31F-4666-BF68-CC24ABC5BB63}"/>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A03DB4-D2EB-462A-8521-D02C0335587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78D088CD-8EFD-436D-9AF4-44CA554196A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0C102E68-DD65-4487-9DEC-D67E1679B1D4}"/>
              </a:ext>
            </a:extLst>
          </p:cNvPr>
          <p:cNvSpPr>
            <a:spLocks noGrp="1"/>
          </p:cNvSpPr>
          <p:nvPr>
            <p:ph type="dt" sz="half" idx="10"/>
          </p:nvPr>
        </p:nvSpPr>
        <p:spPr/>
        <p:txBody>
          <a:bodyPr/>
          <a:lstStyle/>
          <a:p>
            <a:fld id="{1BD68747-B727-43F9-99EF-A16133981C66}" type="datetimeFigureOut">
              <a:rPr lang="en-GB" smtClean="0"/>
              <a:t>30/11/2018</a:t>
            </a:fld>
            <a:endParaRPr lang="en-GB"/>
          </a:p>
        </p:txBody>
      </p:sp>
      <p:sp>
        <p:nvSpPr>
          <p:cNvPr id="5" name="Footer Placeholder 4">
            <a:extLst>
              <a:ext uri="{FF2B5EF4-FFF2-40B4-BE49-F238E27FC236}">
                <a16:creationId xmlns:a16="http://schemas.microsoft.com/office/drawing/2014/main" id="{66BD1818-90E9-494A-A350-8905D923F9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802951B-C058-4F8E-B68F-7B5B17699CE2}"/>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7118335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BD6221-3C7F-429C-96FD-5F01357EFFCC}"/>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6C8E69FC-6460-489A-81EB-EADF4F3CD8A8}"/>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98DBFB3-2B02-4E48-B025-243F9584C660}"/>
              </a:ext>
            </a:extLst>
          </p:cNvPr>
          <p:cNvSpPr>
            <a:spLocks noGrp="1"/>
          </p:cNvSpPr>
          <p:nvPr>
            <p:ph type="dt" sz="half" idx="10"/>
          </p:nvPr>
        </p:nvSpPr>
        <p:spPr/>
        <p:txBody>
          <a:bodyPr/>
          <a:lstStyle/>
          <a:p>
            <a:fld id="{1BD68747-B727-43F9-99EF-A16133981C66}" type="datetimeFigureOut">
              <a:rPr lang="en-GB" smtClean="0"/>
              <a:t>30/11/2018</a:t>
            </a:fld>
            <a:endParaRPr lang="en-GB"/>
          </a:p>
        </p:txBody>
      </p:sp>
      <p:sp>
        <p:nvSpPr>
          <p:cNvPr id="5" name="Footer Placeholder 4">
            <a:extLst>
              <a:ext uri="{FF2B5EF4-FFF2-40B4-BE49-F238E27FC236}">
                <a16:creationId xmlns:a16="http://schemas.microsoft.com/office/drawing/2014/main" id="{FE043CF3-BA4B-4892-B141-A3F159C7534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CC83DFF-5F73-4AB4-98E1-B34882A029CB}"/>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5522293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AB67EF-A120-4193-9793-24FB0C2E9EE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C29ED24F-EB57-42BC-B496-DA40BC0FFD9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451D05A5-827D-4B3D-8F3E-41ACCE8AD694}"/>
              </a:ext>
            </a:extLst>
          </p:cNvPr>
          <p:cNvSpPr>
            <a:spLocks noGrp="1"/>
          </p:cNvSpPr>
          <p:nvPr>
            <p:ph type="dt" sz="half" idx="10"/>
          </p:nvPr>
        </p:nvSpPr>
        <p:spPr/>
        <p:txBody>
          <a:bodyPr/>
          <a:lstStyle/>
          <a:p>
            <a:fld id="{1BD68747-B727-43F9-99EF-A16133981C66}" type="datetimeFigureOut">
              <a:rPr lang="en-GB" smtClean="0"/>
              <a:t>30/11/2018</a:t>
            </a:fld>
            <a:endParaRPr lang="en-GB"/>
          </a:p>
        </p:txBody>
      </p:sp>
      <p:sp>
        <p:nvSpPr>
          <p:cNvPr id="5" name="Footer Placeholder 4">
            <a:extLst>
              <a:ext uri="{FF2B5EF4-FFF2-40B4-BE49-F238E27FC236}">
                <a16:creationId xmlns:a16="http://schemas.microsoft.com/office/drawing/2014/main" id="{DD2C06C5-BC43-4A7A-A224-6FB9120E554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F6127F9-C7B7-4711-9F4A-A7303CA153FA}"/>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9753399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DD7D8-4DB1-4ADF-899A-50818A02E736}"/>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78ABD4E4-E6E2-48B7-8692-D822403C6C00}"/>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11728107-BCF8-4C04-A7E5-081A5E50F63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F89C2E66-4615-4967-89BD-C8F8707A5E92}"/>
              </a:ext>
            </a:extLst>
          </p:cNvPr>
          <p:cNvSpPr>
            <a:spLocks noGrp="1"/>
          </p:cNvSpPr>
          <p:nvPr>
            <p:ph type="dt" sz="half" idx="10"/>
          </p:nvPr>
        </p:nvSpPr>
        <p:spPr/>
        <p:txBody>
          <a:bodyPr/>
          <a:lstStyle/>
          <a:p>
            <a:fld id="{1BD68747-B727-43F9-99EF-A16133981C66}" type="datetimeFigureOut">
              <a:rPr lang="en-GB" smtClean="0"/>
              <a:t>30/11/2018</a:t>
            </a:fld>
            <a:endParaRPr lang="en-GB"/>
          </a:p>
        </p:txBody>
      </p:sp>
      <p:sp>
        <p:nvSpPr>
          <p:cNvPr id="6" name="Footer Placeholder 5">
            <a:extLst>
              <a:ext uri="{FF2B5EF4-FFF2-40B4-BE49-F238E27FC236}">
                <a16:creationId xmlns:a16="http://schemas.microsoft.com/office/drawing/2014/main" id="{1F1480EE-8A01-48B9-9305-BF388B610B9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D9CCEC3-9BA7-4D44-ADA0-4B97A15159DF}"/>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544938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2A5121-1D97-4F25-9EF7-EB44362EBB9F}"/>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854072B-3823-45B0-8CB1-C1650A6EF2F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EAC561A0-CA99-4CAA-A4C7-2027DC5C4666}"/>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CBB740CB-E8B9-4575-BE45-F1E27FE1BBC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BE9C12A7-5287-44BC-913C-8DEF8A4EF141}"/>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7733BD39-4BE4-405E-8E28-71CC1AF91B61}"/>
              </a:ext>
            </a:extLst>
          </p:cNvPr>
          <p:cNvSpPr>
            <a:spLocks noGrp="1"/>
          </p:cNvSpPr>
          <p:nvPr>
            <p:ph type="dt" sz="half" idx="10"/>
          </p:nvPr>
        </p:nvSpPr>
        <p:spPr/>
        <p:txBody>
          <a:bodyPr/>
          <a:lstStyle/>
          <a:p>
            <a:fld id="{1BD68747-B727-43F9-99EF-A16133981C66}" type="datetimeFigureOut">
              <a:rPr lang="en-GB" smtClean="0"/>
              <a:t>30/11/2018</a:t>
            </a:fld>
            <a:endParaRPr lang="en-GB"/>
          </a:p>
        </p:txBody>
      </p:sp>
      <p:sp>
        <p:nvSpPr>
          <p:cNvPr id="8" name="Footer Placeholder 7">
            <a:extLst>
              <a:ext uri="{FF2B5EF4-FFF2-40B4-BE49-F238E27FC236}">
                <a16:creationId xmlns:a16="http://schemas.microsoft.com/office/drawing/2014/main" id="{4AD4313F-774C-48C4-A7A3-52AA3A64B9D9}"/>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9AE67A84-EB78-498A-94C0-0EF9BE547DD2}"/>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738872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1D75D7-9910-4295-8838-9A72EB3EAAAD}"/>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798A315D-FBBC-4D47-985B-CAFC4E692274}"/>
              </a:ext>
            </a:extLst>
          </p:cNvPr>
          <p:cNvSpPr>
            <a:spLocks noGrp="1"/>
          </p:cNvSpPr>
          <p:nvPr>
            <p:ph type="dt" sz="half" idx="10"/>
          </p:nvPr>
        </p:nvSpPr>
        <p:spPr/>
        <p:txBody>
          <a:bodyPr/>
          <a:lstStyle/>
          <a:p>
            <a:fld id="{1BD68747-B727-43F9-99EF-A16133981C66}" type="datetimeFigureOut">
              <a:rPr lang="en-GB" smtClean="0"/>
              <a:t>30/11/2018</a:t>
            </a:fld>
            <a:endParaRPr lang="en-GB"/>
          </a:p>
        </p:txBody>
      </p:sp>
      <p:sp>
        <p:nvSpPr>
          <p:cNvPr id="4" name="Footer Placeholder 3">
            <a:extLst>
              <a:ext uri="{FF2B5EF4-FFF2-40B4-BE49-F238E27FC236}">
                <a16:creationId xmlns:a16="http://schemas.microsoft.com/office/drawing/2014/main" id="{3A98F7D7-9685-4A85-A887-5450F1E1AEF3}"/>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BE1A6405-EC5D-45A1-9C09-7DA832AC43C3}"/>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7495238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2B0276F-26FB-4DD5-AED4-CB395467AAE4}"/>
              </a:ext>
            </a:extLst>
          </p:cNvPr>
          <p:cNvSpPr>
            <a:spLocks noGrp="1"/>
          </p:cNvSpPr>
          <p:nvPr>
            <p:ph type="dt" sz="half" idx="10"/>
          </p:nvPr>
        </p:nvSpPr>
        <p:spPr/>
        <p:txBody>
          <a:bodyPr/>
          <a:lstStyle/>
          <a:p>
            <a:fld id="{1BD68747-B727-43F9-99EF-A16133981C66}" type="datetimeFigureOut">
              <a:rPr lang="en-GB" smtClean="0"/>
              <a:t>30/11/2018</a:t>
            </a:fld>
            <a:endParaRPr lang="en-GB"/>
          </a:p>
        </p:txBody>
      </p:sp>
      <p:sp>
        <p:nvSpPr>
          <p:cNvPr id="3" name="Footer Placeholder 2">
            <a:extLst>
              <a:ext uri="{FF2B5EF4-FFF2-40B4-BE49-F238E27FC236}">
                <a16:creationId xmlns:a16="http://schemas.microsoft.com/office/drawing/2014/main" id="{E69FDCC6-3357-4F5D-B564-9FF9A19B7753}"/>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FE5B6C7A-8619-4DF1-8F12-4F49929EF20D}"/>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8029515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ED803-1D2F-4ECC-966F-3C4AB0F3519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99F26C70-AFB0-4E24-8FEE-6AF8F5AE5D7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C4439BEF-C545-4DF5-B466-E768B68A6F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BA26D15E-4805-48E5-B51E-157BBCE8D028}"/>
              </a:ext>
            </a:extLst>
          </p:cNvPr>
          <p:cNvSpPr>
            <a:spLocks noGrp="1"/>
          </p:cNvSpPr>
          <p:nvPr>
            <p:ph type="dt" sz="half" idx="10"/>
          </p:nvPr>
        </p:nvSpPr>
        <p:spPr/>
        <p:txBody>
          <a:bodyPr/>
          <a:lstStyle/>
          <a:p>
            <a:fld id="{1BD68747-B727-43F9-99EF-A16133981C66}" type="datetimeFigureOut">
              <a:rPr lang="en-GB" smtClean="0"/>
              <a:t>30/11/2018</a:t>
            </a:fld>
            <a:endParaRPr lang="en-GB"/>
          </a:p>
        </p:txBody>
      </p:sp>
      <p:sp>
        <p:nvSpPr>
          <p:cNvPr id="6" name="Footer Placeholder 5">
            <a:extLst>
              <a:ext uri="{FF2B5EF4-FFF2-40B4-BE49-F238E27FC236}">
                <a16:creationId xmlns:a16="http://schemas.microsoft.com/office/drawing/2014/main" id="{F92BCD4D-B96A-492D-95D1-CB8BEE728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3A7C2938-D20B-4000-A354-7696DE9F94BF}"/>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26508693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31A5BF-E7DB-4A01-8FF6-0C68C146015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6C63FA3D-D04B-417C-907B-59C70F9B30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AE29F13-C580-4D25-99EB-DE06832CBD4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DD446F96-D5D0-450E-A648-E0CBC1AD7E48}"/>
              </a:ext>
            </a:extLst>
          </p:cNvPr>
          <p:cNvSpPr>
            <a:spLocks noGrp="1"/>
          </p:cNvSpPr>
          <p:nvPr>
            <p:ph type="dt" sz="half" idx="10"/>
          </p:nvPr>
        </p:nvSpPr>
        <p:spPr/>
        <p:txBody>
          <a:bodyPr/>
          <a:lstStyle/>
          <a:p>
            <a:fld id="{1BD68747-B727-43F9-99EF-A16133981C66}" type="datetimeFigureOut">
              <a:rPr lang="en-GB" smtClean="0"/>
              <a:t>30/11/2018</a:t>
            </a:fld>
            <a:endParaRPr lang="en-GB"/>
          </a:p>
        </p:txBody>
      </p:sp>
      <p:sp>
        <p:nvSpPr>
          <p:cNvPr id="6" name="Footer Placeholder 5">
            <a:extLst>
              <a:ext uri="{FF2B5EF4-FFF2-40B4-BE49-F238E27FC236}">
                <a16:creationId xmlns:a16="http://schemas.microsoft.com/office/drawing/2014/main" id="{22B6E424-A297-4090-9582-D8BFDCE61CD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C2BD99C0-5233-4B00-BDAC-EB6288CEECB8}"/>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8338609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86C5A8-3B63-4842-9845-FB535D05AB09}"/>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5D512A6-388C-4098-B91A-7572C0995FC8}"/>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1BCFAD5-4C19-48B2-A7AA-04A5DD621B95}"/>
              </a:ext>
            </a:extLst>
          </p:cNvPr>
          <p:cNvSpPr>
            <a:spLocks noGrp="1"/>
          </p:cNvSpPr>
          <p:nvPr>
            <p:ph type="dt" sz="half" idx="10"/>
          </p:nvPr>
        </p:nvSpPr>
        <p:spPr/>
        <p:txBody>
          <a:bodyPr/>
          <a:lstStyle/>
          <a:p>
            <a:fld id="{1BD68747-B727-43F9-99EF-A16133981C66}" type="datetimeFigureOut">
              <a:rPr lang="en-GB" smtClean="0"/>
              <a:t>30/11/2018</a:t>
            </a:fld>
            <a:endParaRPr lang="en-GB"/>
          </a:p>
        </p:txBody>
      </p:sp>
      <p:sp>
        <p:nvSpPr>
          <p:cNvPr id="5" name="Footer Placeholder 4">
            <a:extLst>
              <a:ext uri="{FF2B5EF4-FFF2-40B4-BE49-F238E27FC236}">
                <a16:creationId xmlns:a16="http://schemas.microsoft.com/office/drawing/2014/main" id="{5CAD41EC-2B55-4A06-BD7B-DCFECD799AD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16CF94D4-F696-4807-9047-E30561EA3FC6}"/>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33990962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3A376F6-8B74-401A-89A5-3B23D0680C9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7F2A334D-4C75-4DF1-93B5-F76A73C9297C}"/>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9275FAF5-0137-445B-B3CC-7B05498B6919}"/>
              </a:ext>
            </a:extLst>
          </p:cNvPr>
          <p:cNvSpPr>
            <a:spLocks noGrp="1"/>
          </p:cNvSpPr>
          <p:nvPr>
            <p:ph type="dt" sz="half" idx="10"/>
          </p:nvPr>
        </p:nvSpPr>
        <p:spPr/>
        <p:txBody>
          <a:bodyPr/>
          <a:lstStyle/>
          <a:p>
            <a:fld id="{1BD68747-B727-43F9-99EF-A16133981C66}" type="datetimeFigureOut">
              <a:rPr lang="en-GB" smtClean="0"/>
              <a:t>30/11/2018</a:t>
            </a:fld>
            <a:endParaRPr lang="en-GB"/>
          </a:p>
        </p:txBody>
      </p:sp>
      <p:sp>
        <p:nvSpPr>
          <p:cNvPr id="5" name="Footer Placeholder 4">
            <a:extLst>
              <a:ext uri="{FF2B5EF4-FFF2-40B4-BE49-F238E27FC236}">
                <a16:creationId xmlns:a16="http://schemas.microsoft.com/office/drawing/2014/main" id="{6F311FA6-18F5-468C-94D2-83B3E6B4611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0D7EBA8-42C8-42A0-96CF-4578286AC4CA}"/>
              </a:ext>
            </a:extLst>
          </p:cNvPr>
          <p:cNvSpPr>
            <a:spLocks noGrp="1"/>
          </p:cNvSpPr>
          <p:nvPr>
            <p:ph type="sldNum" sz="quarter" idx="12"/>
          </p:nvPr>
        </p:nvSpPr>
        <p:spPr/>
        <p:txBody>
          <a:bodyPr/>
          <a:lstStyle/>
          <a:p>
            <a:fld id="{3FD0B2AF-F16F-45C6-8FD6-03CE87C7F91E}" type="slidenum">
              <a:rPr lang="en-GB" smtClean="0"/>
              <a:t>‹#›</a:t>
            </a:fld>
            <a:endParaRPr lang="en-GB"/>
          </a:p>
        </p:txBody>
      </p:sp>
    </p:spTree>
    <p:extLst>
      <p:ext uri="{BB962C8B-B14F-4D97-AF65-F5344CB8AC3E}">
        <p14:creationId xmlns:p14="http://schemas.microsoft.com/office/powerpoint/2010/main" val="11536108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87B5215-CA47-4EC2-8322-C4F373EB3BE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54D73EAE-29EB-475C-ACAC-4091967766C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6624C701-07E0-4FC7-9001-C21AA84808E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BD68747-B727-43F9-99EF-A16133981C66}" type="datetimeFigureOut">
              <a:rPr lang="en-GB" smtClean="0"/>
              <a:t>30/11/2018</a:t>
            </a:fld>
            <a:endParaRPr lang="en-GB"/>
          </a:p>
        </p:txBody>
      </p:sp>
      <p:sp>
        <p:nvSpPr>
          <p:cNvPr id="5" name="Footer Placeholder 4">
            <a:extLst>
              <a:ext uri="{FF2B5EF4-FFF2-40B4-BE49-F238E27FC236}">
                <a16:creationId xmlns:a16="http://schemas.microsoft.com/office/drawing/2014/main" id="{D7CC4F9E-4F1B-4A8D-8546-8272E29EB40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03915FF-9195-428A-9BB9-95B3C667C5F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FD0B2AF-F16F-45C6-8FD6-03CE87C7F91E}" type="slidenum">
              <a:rPr lang="en-GB" smtClean="0"/>
              <a:t>‹#›</a:t>
            </a:fld>
            <a:endParaRPr lang="en-GB"/>
          </a:p>
        </p:txBody>
      </p:sp>
    </p:spTree>
    <p:extLst>
      <p:ext uri="{BB962C8B-B14F-4D97-AF65-F5344CB8AC3E}">
        <p14:creationId xmlns:p14="http://schemas.microsoft.com/office/powerpoint/2010/main" val="4147535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descr="Image result for female avatar icon">
            <a:extLst>
              <a:ext uri="{FF2B5EF4-FFF2-40B4-BE49-F238E27FC236}">
                <a16:creationId xmlns:a16="http://schemas.microsoft.com/office/drawing/2014/main" id="{F555377B-9661-40FD-92F5-6CE36CE57EA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1947" y="1957998"/>
            <a:ext cx="2495879" cy="294200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A6EF79B0-E778-44C6-8665-90B0E34BF5B3}"/>
              </a:ext>
            </a:extLst>
          </p:cNvPr>
          <p:cNvSpPr txBox="1"/>
          <p:nvPr/>
        </p:nvSpPr>
        <p:spPr>
          <a:xfrm>
            <a:off x="3443943" y="397400"/>
            <a:ext cx="8568764" cy="6063198"/>
          </a:xfrm>
          <a:prstGeom prst="rect">
            <a:avLst/>
          </a:prstGeom>
          <a:noFill/>
        </p:spPr>
        <p:txBody>
          <a:bodyPr wrap="square" rtlCol="0">
            <a:spAutoFit/>
          </a:bodyPr>
          <a:lstStyle/>
          <a:p>
            <a:r>
              <a:rPr lang="en-GB" sz="2800" dirty="0"/>
              <a:t>User Type: </a:t>
            </a:r>
            <a:r>
              <a:rPr lang="en-GB" sz="2800" b="1" dirty="0"/>
              <a:t>Volunteer</a:t>
            </a:r>
          </a:p>
          <a:p>
            <a:endParaRPr lang="en-GB" sz="2400" b="1" dirty="0"/>
          </a:p>
          <a:p>
            <a:r>
              <a:rPr lang="en-GB" sz="2400" dirty="0"/>
              <a:t>User Story: </a:t>
            </a:r>
            <a:r>
              <a:rPr lang="en-GB" sz="2400" b="1" dirty="0"/>
              <a:t>A volunteer would need to be able to sign up to become a volunteer in the first place. They would also need to be able to see the events coming up for the charity, and would receive emails if they are to be involved in an event.</a:t>
            </a:r>
          </a:p>
          <a:p>
            <a:endParaRPr lang="en-GB" sz="2400" b="1" dirty="0"/>
          </a:p>
          <a:p>
            <a:r>
              <a:rPr lang="en-GB" sz="2400" dirty="0"/>
              <a:t>Scenario: </a:t>
            </a:r>
            <a:r>
              <a:rPr lang="en-GB" sz="2400" b="1" dirty="0"/>
              <a:t>When I am browsing the website I should be able to easily access the signup page for volunteers. I should also be able to click on the events page to find all upcoming events. When I go on my emails I expect to have alerts of when an event I am volunteering for is coming up.</a:t>
            </a:r>
          </a:p>
          <a:p>
            <a:endParaRPr lang="en-GB" sz="2400" b="1" dirty="0"/>
          </a:p>
          <a:p>
            <a:r>
              <a:rPr lang="en-GB" sz="2400" dirty="0"/>
              <a:t>Additional Information: </a:t>
            </a:r>
            <a:r>
              <a:rPr lang="en-GB" sz="2400" b="1" dirty="0"/>
              <a:t>Events to which each volunteer is assigned to will be kept in the database.</a:t>
            </a:r>
          </a:p>
          <a:p>
            <a:endParaRPr lang="en-GB" sz="2400" dirty="0"/>
          </a:p>
        </p:txBody>
      </p:sp>
    </p:spTree>
    <p:extLst>
      <p:ext uri="{BB962C8B-B14F-4D97-AF65-F5344CB8AC3E}">
        <p14:creationId xmlns:p14="http://schemas.microsoft.com/office/powerpoint/2010/main" val="1344645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result for profile silhouette picture colour">
            <a:extLst>
              <a:ext uri="{FF2B5EF4-FFF2-40B4-BE49-F238E27FC236}">
                <a16:creationId xmlns:a16="http://schemas.microsoft.com/office/drawing/2014/main" id="{092EFC53-4ADB-4E97-9BD8-7DA95856D50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8378"/>
          <a:stretch/>
        </p:blipFill>
        <p:spPr bwMode="auto">
          <a:xfrm>
            <a:off x="401514" y="1548484"/>
            <a:ext cx="3805409" cy="376103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91E3D7B-E31F-4666-BF68-CC24ABC5BB63}"/>
              </a:ext>
            </a:extLst>
          </p:cNvPr>
          <p:cNvSpPr txBox="1"/>
          <p:nvPr/>
        </p:nvSpPr>
        <p:spPr>
          <a:xfrm>
            <a:off x="3538072" y="267412"/>
            <a:ext cx="8568764" cy="6801862"/>
          </a:xfrm>
          <a:prstGeom prst="rect">
            <a:avLst/>
          </a:prstGeom>
          <a:noFill/>
        </p:spPr>
        <p:txBody>
          <a:bodyPr wrap="square" rtlCol="0">
            <a:spAutoFit/>
          </a:bodyPr>
          <a:lstStyle/>
          <a:p>
            <a:r>
              <a:rPr lang="en-GB" sz="2800" dirty="0"/>
              <a:t>User Type: </a:t>
            </a:r>
            <a:r>
              <a:rPr lang="en-GB" sz="2800" b="1" dirty="0"/>
              <a:t>Person Seeking Help</a:t>
            </a:r>
          </a:p>
          <a:p>
            <a:endParaRPr lang="en-GB" sz="2400" b="1" dirty="0"/>
          </a:p>
          <a:p>
            <a:r>
              <a:rPr lang="en-GB" sz="2400" dirty="0"/>
              <a:t>User Story: </a:t>
            </a:r>
            <a:r>
              <a:rPr lang="en-GB" sz="2400" b="1" dirty="0"/>
              <a:t>A person seeking help from the charity should be able to see what the charity is about, how it has helped other people in the past, and should be able to easily contact the charity through the website.</a:t>
            </a:r>
          </a:p>
          <a:p>
            <a:endParaRPr lang="en-GB" sz="2400" b="1" dirty="0"/>
          </a:p>
          <a:p>
            <a:r>
              <a:rPr lang="en-GB" sz="2400" dirty="0"/>
              <a:t>Scenario: </a:t>
            </a:r>
            <a:r>
              <a:rPr lang="en-GB" sz="2400" b="1" dirty="0"/>
              <a:t>When I am browsing the website, if I go onto the about us page I should be able to see what the charity does. This should also be made clear on the blog page where I will be able to see testimonials of others in a similar position. If I want to contact the charity directly I should be able to do this through the website on the how can we help page.</a:t>
            </a:r>
          </a:p>
          <a:p>
            <a:endParaRPr lang="en-GB" sz="2400" b="1" dirty="0"/>
          </a:p>
          <a:p>
            <a:r>
              <a:rPr lang="en-GB" sz="2400" dirty="0"/>
              <a:t>Additional Information: </a:t>
            </a:r>
            <a:r>
              <a:rPr lang="en-GB" sz="2400" b="1" dirty="0"/>
              <a:t>Any contact between the charity and individuals will go from website to email and will be kept completely confidential.</a:t>
            </a:r>
          </a:p>
          <a:p>
            <a:endParaRPr lang="en-GB" sz="2400" dirty="0"/>
          </a:p>
        </p:txBody>
      </p:sp>
    </p:spTree>
    <p:extLst>
      <p:ext uri="{BB962C8B-B14F-4D97-AF65-F5344CB8AC3E}">
        <p14:creationId xmlns:p14="http://schemas.microsoft.com/office/powerpoint/2010/main" val="21346545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TotalTime>
  <Words>288</Words>
  <Application>Microsoft Office PowerPoint</Application>
  <PresentationFormat>Widescreen</PresentationFormat>
  <Paragraphs>14</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Calibri Light</vt:lpstr>
      <vt:lpstr>Office Theme</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Jake Mortimer</dc:creator>
  <cp:lastModifiedBy>Jake Mortimer</cp:lastModifiedBy>
  <cp:revision>1</cp:revision>
  <dcterms:created xsi:type="dcterms:W3CDTF">2018-11-30T10:23:35Z</dcterms:created>
  <dcterms:modified xsi:type="dcterms:W3CDTF">2018-11-30T12:32:28Z</dcterms:modified>
</cp:coreProperties>
</file>