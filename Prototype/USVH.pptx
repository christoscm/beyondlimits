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F8E726-C47D-4B72-8157-112B51BD28A1}" v="2" dt="2018-11-30T12:27:17.2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4660"/>
  </p:normalViewPr>
  <p:slideViewPr>
    <p:cSldViewPr snapToGrid="0">
      <p:cViewPr varScale="1">
        <p:scale>
          <a:sx n="83" d="100"/>
          <a:sy n="83" d="100"/>
        </p:scale>
        <p:origin x="120" y="11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1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03DB4-D2EB-462A-8521-D02C033558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8D088CD-8EFD-436D-9AF4-44CA554196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C102E68-DD65-4487-9DEC-D67E1679B1D4}"/>
              </a:ext>
            </a:extLst>
          </p:cNvPr>
          <p:cNvSpPr>
            <a:spLocks noGrp="1"/>
          </p:cNvSpPr>
          <p:nvPr>
            <p:ph type="dt" sz="half" idx="10"/>
          </p:nvPr>
        </p:nvSpPr>
        <p:spPr/>
        <p:txBody>
          <a:bodyPr/>
          <a:lstStyle/>
          <a:p>
            <a:fld id="{1BD68747-B727-43F9-99EF-A16133981C66}" type="datetimeFigureOut">
              <a:rPr lang="en-GB" smtClean="0"/>
              <a:t>04/12/2018</a:t>
            </a:fld>
            <a:endParaRPr lang="en-GB"/>
          </a:p>
        </p:txBody>
      </p:sp>
      <p:sp>
        <p:nvSpPr>
          <p:cNvPr id="5" name="Footer Placeholder 4">
            <a:extLst>
              <a:ext uri="{FF2B5EF4-FFF2-40B4-BE49-F238E27FC236}">
                <a16:creationId xmlns:a16="http://schemas.microsoft.com/office/drawing/2014/main" id="{66BD1818-90E9-494A-A350-8905D923F9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802951B-C058-4F8E-B68F-7B5B17699CE2}"/>
              </a:ext>
            </a:extLst>
          </p:cNvPr>
          <p:cNvSpPr>
            <a:spLocks noGrp="1"/>
          </p:cNvSpPr>
          <p:nvPr>
            <p:ph type="sldNum" sz="quarter" idx="12"/>
          </p:nvPr>
        </p:nvSpPr>
        <p:spPr/>
        <p:txBody>
          <a:bodyPr/>
          <a:lstStyle/>
          <a:p>
            <a:fld id="{3FD0B2AF-F16F-45C6-8FD6-03CE87C7F91E}" type="slidenum">
              <a:rPr lang="en-GB" smtClean="0"/>
              <a:t>‹#›</a:t>
            </a:fld>
            <a:endParaRPr lang="en-GB"/>
          </a:p>
        </p:txBody>
      </p:sp>
    </p:spTree>
    <p:extLst>
      <p:ext uri="{BB962C8B-B14F-4D97-AF65-F5344CB8AC3E}">
        <p14:creationId xmlns:p14="http://schemas.microsoft.com/office/powerpoint/2010/main" val="1711833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D6221-3C7F-429C-96FD-5F01357EFFC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C8E69FC-6460-489A-81EB-EADF4F3CD8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98DBFB3-2B02-4E48-B025-243F9584C660}"/>
              </a:ext>
            </a:extLst>
          </p:cNvPr>
          <p:cNvSpPr>
            <a:spLocks noGrp="1"/>
          </p:cNvSpPr>
          <p:nvPr>
            <p:ph type="dt" sz="half" idx="10"/>
          </p:nvPr>
        </p:nvSpPr>
        <p:spPr/>
        <p:txBody>
          <a:bodyPr/>
          <a:lstStyle/>
          <a:p>
            <a:fld id="{1BD68747-B727-43F9-99EF-A16133981C66}" type="datetimeFigureOut">
              <a:rPr lang="en-GB" smtClean="0"/>
              <a:t>04/12/2018</a:t>
            </a:fld>
            <a:endParaRPr lang="en-GB"/>
          </a:p>
        </p:txBody>
      </p:sp>
      <p:sp>
        <p:nvSpPr>
          <p:cNvPr id="5" name="Footer Placeholder 4">
            <a:extLst>
              <a:ext uri="{FF2B5EF4-FFF2-40B4-BE49-F238E27FC236}">
                <a16:creationId xmlns:a16="http://schemas.microsoft.com/office/drawing/2014/main" id="{FE043CF3-BA4B-4892-B141-A3F159C7534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CC83DFF-5F73-4AB4-98E1-B34882A029CB}"/>
              </a:ext>
            </a:extLst>
          </p:cNvPr>
          <p:cNvSpPr>
            <a:spLocks noGrp="1"/>
          </p:cNvSpPr>
          <p:nvPr>
            <p:ph type="sldNum" sz="quarter" idx="12"/>
          </p:nvPr>
        </p:nvSpPr>
        <p:spPr/>
        <p:txBody>
          <a:bodyPr/>
          <a:lstStyle/>
          <a:p>
            <a:fld id="{3FD0B2AF-F16F-45C6-8FD6-03CE87C7F91E}" type="slidenum">
              <a:rPr lang="en-GB" smtClean="0"/>
              <a:t>‹#›</a:t>
            </a:fld>
            <a:endParaRPr lang="en-GB"/>
          </a:p>
        </p:txBody>
      </p:sp>
    </p:spTree>
    <p:extLst>
      <p:ext uri="{BB962C8B-B14F-4D97-AF65-F5344CB8AC3E}">
        <p14:creationId xmlns:p14="http://schemas.microsoft.com/office/powerpoint/2010/main" val="1552229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B67EF-A120-4193-9793-24FB0C2E9E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29ED24F-EB57-42BC-B496-DA40BC0FFD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51D05A5-827D-4B3D-8F3E-41ACCE8AD694}"/>
              </a:ext>
            </a:extLst>
          </p:cNvPr>
          <p:cNvSpPr>
            <a:spLocks noGrp="1"/>
          </p:cNvSpPr>
          <p:nvPr>
            <p:ph type="dt" sz="half" idx="10"/>
          </p:nvPr>
        </p:nvSpPr>
        <p:spPr/>
        <p:txBody>
          <a:bodyPr/>
          <a:lstStyle/>
          <a:p>
            <a:fld id="{1BD68747-B727-43F9-99EF-A16133981C66}" type="datetimeFigureOut">
              <a:rPr lang="en-GB" smtClean="0"/>
              <a:t>04/12/2018</a:t>
            </a:fld>
            <a:endParaRPr lang="en-GB"/>
          </a:p>
        </p:txBody>
      </p:sp>
      <p:sp>
        <p:nvSpPr>
          <p:cNvPr id="5" name="Footer Placeholder 4">
            <a:extLst>
              <a:ext uri="{FF2B5EF4-FFF2-40B4-BE49-F238E27FC236}">
                <a16:creationId xmlns:a16="http://schemas.microsoft.com/office/drawing/2014/main" id="{DD2C06C5-BC43-4A7A-A224-6FB9120E554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F6127F9-C7B7-4711-9F4A-A7303CA153FA}"/>
              </a:ext>
            </a:extLst>
          </p:cNvPr>
          <p:cNvSpPr>
            <a:spLocks noGrp="1"/>
          </p:cNvSpPr>
          <p:nvPr>
            <p:ph type="sldNum" sz="quarter" idx="12"/>
          </p:nvPr>
        </p:nvSpPr>
        <p:spPr/>
        <p:txBody>
          <a:bodyPr/>
          <a:lstStyle/>
          <a:p>
            <a:fld id="{3FD0B2AF-F16F-45C6-8FD6-03CE87C7F91E}" type="slidenum">
              <a:rPr lang="en-GB" smtClean="0"/>
              <a:t>‹#›</a:t>
            </a:fld>
            <a:endParaRPr lang="en-GB"/>
          </a:p>
        </p:txBody>
      </p:sp>
    </p:spTree>
    <p:extLst>
      <p:ext uri="{BB962C8B-B14F-4D97-AF65-F5344CB8AC3E}">
        <p14:creationId xmlns:p14="http://schemas.microsoft.com/office/powerpoint/2010/main" val="975339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DD7D8-4DB1-4ADF-899A-50818A02E73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8ABD4E4-E6E2-48B7-8692-D822403C6C0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1728107-BCF8-4C04-A7E5-081A5E50F63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89C2E66-4615-4967-89BD-C8F8707A5E92}"/>
              </a:ext>
            </a:extLst>
          </p:cNvPr>
          <p:cNvSpPr>
            <a:spLocks noGrp="1"/>
          </p:cNvSpPr>
          <p:nvPr>
            <p:ph type="dt" sz="half" idx="10"/>
          </p:nvPr>
        </p:nvSpPr>
        <p:spPr/>
        <p:txBody>
          <a:bodyPr/>
          <a:lstStyle/>
          <a:p>
            <a:fld id="{1BD68747-B727-43F9-99EF-A16133981C66}" type="datetimeFigureOut">
              <a:rPr lang="en-GB" smtClean="0"/>
              <a:t>04/12/2018</a:t>
            </a:fld>
            <a:endParaRPr lang="en-GB"/>
          </a:p>
        </p:txBody>
      </p:sp>
      <p:sp>
        <p:nvSpPr>
          <p:cNvPr id="6" name="Footer Placeholder 5">
            <a:extLst>
              <a:ext uri="{FF2B5EF4-FFF2-40B4-BE49-F238E27FC236}">
                <a16:creationId xmlns:a16="http://schemas.microsoft.com/office/drawing/2014/main" id="{1F1480EE-8A01-48B9-9305-BF388B610B9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D9CCEC3-9BA7-4D44-ADA0-4B97A15159DF}"/>
              </a:ext>
            </a:extLst>
          </p:cNvPr>
          <p:cNvSpPr>
            <a:spLocks noGrp="1"/>
          </p:cNvSpPr>
          <p:nvPr>
            <p:ph type="sldNum" sz="quarter" idx="12"/>
          </p:nvPr>
        </p:nvSpPr>
        <p:spPr/>
        <p:txBody>
          <a:bodyPr/>
          <a:lstStyle/>
          <a:p>
            <a:fld id="{3FD0B2AF-F16F-45C6-8FD6-03CE87C7F91E}" type="slidenum">
              <a:rPr lang="en-GB" smtClean="0"/>
              <a:t>‹#›</a:t>
            </a:fld>
            <a:endParaRPr lang="en-GB"/>
          </a:p>
        </p:txBody>
      </p:sp>
    </p:spTree>
    <p:extLst>
      <p:ext uri="{BB962C8B-B14F-4D97-AF65-F5344CB8AC3E}">
        <p14:creationId xmlns:p14="http://schemas.microsoft.com/office/powerpoint/2010/main" val="254493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A5121-1D97-4F25-9EF7-EB44362EBB9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854072B-3823-45B0-8CB1-C1650A6EF2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AC561A0-CA99-4CAA-A4C7-2027DC5C466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CBB740CB-E8B9-4575-BE45-F1E27FE1BB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E9C12A7-5287-44BC-913C-8DEF8A4EF14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733BD39-4BE4-405E-8E28-71CC1AF91B61}"/>
              </a:ext>
            </a:extLst>
          </p:cNvPr>
          <p:cNvSpPr>
            <a:spLocks noGrp="1"/>
          </p:cNvSpPr>
          <p:nvPr>
            <p:ph type="dt" sz="half" idx="10"/>
          </p:nvPr>
        </p:nvSpPr>
        <p:spPr/>
        <p:txBody>
          <a:bodyPr/>
          <a:lstStyle/>
          <a:p>
            <a:fld id="{1BD68747-B727-43F9-99EF-A16133981C66}" type="datetimeFigureOut">
              <a:rPr lang="en-GB" smtClean="0"/>
              <a:t>04/12/2018</a:t>
            </a:fld>
            <a:endParaRPr lang="en-GB"/>
          </a:p>
        </p:txBody>
      </p:sp>
      <p:sp>
        <p:nvSpPr>
          <p:cNvPr id="8" name="Footer Placeholder 7">
            <a:extLst>
              <a:ext uri="{FF2B5EF4-FFF2-40B4-BE49-F238E27FC236}">
                <a16:creationId xmlns:a16="http://schemas.microsoft.com/office/drawing/2014/main" id="{4AD4313F-774C-48C4-A7A3-52AA3A64B9D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AE67A84-EB78-498A-94C0-0EF9BE547DD2}"/>
              </a:ext>
            </a:extLst>
          </p:cNvPr>
          <p:cNvSpPr>
            <a:spLocks noGrp="1"/>
          </p:cNvSpPr>
          <p:nvPr>
            <p:ph type="sldNum" sz="quarter" idx="12"/>
          </p:nvPr>
        </p:nvSpPr>
        <p:spPr/>
        <p:txBody>
          <a:bodyPr/>
          <a:lstStyle/>
          <a:p>
            <a:fld id="{3FD0B2AF-F16F-45C6-8FD6-03CE87C7F91E}" type="slidenum">
              <a:rPr lang="en-GB" smtClean="0"/>
              <a:t>‹#›</a:t>
            </a:fld>
            <a:endParaRPr lang="en-GB"/>
          </a:p>
        </p:txBody>
      </p:sp>
    </p:spTree>
    <p:extLst>
      <p:ext uri="{BB962C8B-B14F-4D97-AF65-F5344CB8AC3E}">
        <p14:creationId xmlns:p14="http://schemas.microsoft.com/office/powerpoint/2010/main" val="73887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D75D7-9910-4295-8838-9A72EB3EAAA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98A315D-FBBC-4D47-985B-CAFC4E692274}"/>
              </a:ext>
            </a:extLst>
          </p:cNvPr>
          <p:cNvSpPr>
            <a:spLocks noGrp="1"/>
          </p:cNvSpPr>
          <p:nvPr>
            <p:ph type="dt" sz="half" idx="10"/>
          </p:nvPr>
        </p:nvSpPr>
        <p:spPr/>
        <p:txBody>
          <a:bodyPr/>
          <a:lstStyle/>
          <a:p>
            <a:fld id="{1BD68747-B727-43F9-99EF-A16133981C66}" type="datetimeFigureOut">
              <a:rPr lang="en-GB" smtClean="0"/>
              <a:t>04/12/2018</a:t>
            </a:fld>
            <a:endParaRPr lang="en-GB"/>
          </a:p>
        </p:txBody>
      </p:sp>
      <p:sp>
        <p:nvSpPr>
          <p:cNvPr id="4" name="Footer Placeholder 3">
            <a:extLst>
              <a:ext uri="{FF2B5EF4-FFF2-40B4-BE49-F238E27FC236}">
                <a16:creationId xmlns:a16="http://schemas.microsoft.com/office/drawing/2014/main" id="{3A98F7D7-9685-4A85-A887-5450F1E1AEF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E1A6405-EC5D-45A1-9C09-7DA832AC43C3}"/>
              </a:ext>
            </a:extLst>
          </p:cNvPr>
          <p:cNvSpPr>
            <a:spLocks noGrp="1"/>
          </p:cNvSpPr>
          <p:nvPr>
            <p:ph type="sldNum" sz="quarter" idx="12"/>
          </p:nvPr>
        </p:nvSpPr>
        <p:spPr/>
        <p:txBody>
          <a:bodyPr/>
          <a:lstStyle/>
          <a:p>
            <a:fld id="{3FD0B2AF-F16F-45C6-8FD6-03CE87C7F91E}" type="slidenum">
              <a:rPr lang="en-GB" smtClean="0"/>
              <a:t>‹#›</a:t>
            </a:fld>
            <a:endParaRPr lang="en-GB"/>
          </a:p>
        </p:txBody>
      </p:sp>
    </p:spTree>
    <p:extLst>
      <p:ext uri="{BB962C8B-B14F-4D97-AF65-F5344CB8AC3E}">
        <p14:creationId xmlns:p14="http://schemas.microsoft.com/office/powerpoint/2010/main" val="2749523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B0276F-26FB-4DD5-AED4-CB395467AAE4}"/>
              </a:ext>
            </a:extLst>
          </p:cNvPr>
          <p:cNvSpPr>
            <a:spLocks noGrp="1"/>
          </p:cNvSpPr>
          <p:nvPr>
            <p:ph type="dt" sz="half" idx="10"/>
          </p:nvPr>
        </p:nvSpPr>
        <p:spPr/>
        <p:txBody>
          <a:bodyPr/>
          <a:lstStyle/>
          <a:p>
            <a:fld id="{1BD68747-B727-43F9-99EF-A16133981C66}" type="datetimeFigureOut">
              <a:rPr lang="en-GB" smtClean="0"/>
              <a:t>04/12/2018</a:t>
            </a:fld>
            <a:endParaRPr lang="en-GB"/>
          </a:p>
        </p:txBody>
      </p:sp>
      <p:sp>
        <p:nvSpPr>
          <p:cNvPr id="3" name="Footer Placeholder 2">
            <a:extLst>
              <a:ext uri="{FF2B5EF4-FFF2-40B4-BE49-F238E27FC236}">
                <a16:creationId xmlns:a16="http://schemas.microsoft.com/office/drawing/2014/main" id="{E69FDCC6-3357-4F5D-B564-9FF9A19B775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E5B6C7A-8619-4DF1-8F12-4F49929EF20D}"/>
              </a:ext>
            </a:extLst>
          </p:cNvPr>
          <p:cNvSpPr>
            <a:spLocks noGrp="1"/>
          </p:cNvSpPr>
          <p:nvPr>
            <p:ph type="sldNum" sz="quarter" idx="12"/>
          </p:nvPr>
        </p:nvSpPr>
        <p:spPr/>
        <p:txBody>
          <a:bodyPr/>
          <a:lstStyle/>
          <a:p>
            <a:fld id="{3FD0B2AF-F16F-45C6-8FD6-03CE87C7F91E}" type="slidenum">
              <a:rPr lang="en-GB" smtClean="0"/>
              <a:t>‹#›</a:t>
            </a:fld>
            <a:endParaRPr lang="en-GB"/>
          </a:p>
        </p:txBody>
      </p:sp>
    </p:spTree>
    <p:extLst>
      <p:ext uri="{BB962C8B-B14F-4D97-AF65-F5344CB8AC3E}">
        <p14:creationId xmlns:p14="http://schemas.microsoft.com/office/powerpoint/2010/main" val="2802951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ED803-1D2F-4ECC-966F-3C4AB0F351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9F26C70-AFB0-4E24-8FEE-6AF8F5AE5D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4439BEF-C545-4DF5-B466-E768B68A6F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A26D15E-4805-48E5-B51E-157BBCE8D028}"/>
              </a:ext>
            </a:extLst>
          </p:cNvPr>
          <p:cNvSpPr>
            <a:spLocks noGrp="1"/>
          </p:cNvSpPr>
          <p:nvPr>
            <p:ph type="dt" sz="half" idx="10"/>
          </p:nvPr>
        </p:nvSpPr>
        <p:spPr/>
        <p:txBody>
          <a:bodyPr/>
          <a:lstStyle/>
          <a:p>
            <a:fld id="{1BD68747-B727-43F9-99EF-A16133981C66}" type="datetimeFigureOut">
              <a:rPr lang="en-GB" smtClean="0"/>
              <a:t>04/12/2018</a:t>
            </a:fld>
            <a:endParaRPr lang="en-GB"/>
          </a:p>
        </p:txBody>
      </p:sp>
      <p:sp>
        <p:nvSpPr>
          <p:cNvPr id="6" name="Footer Placeholder 5">
            <a:extLst>
              <a:ext uri="{FF2B5EF4-FFF2-40B4-BE49-F238E27FC236}">
                <a16:creationId xmlns:a16="http://schemas.microsoft.com/office/drawing/2014/main" id="{F92BCD4D-B96A-492D-95D1-CB8BEE728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A7C2938-D20B-4000-A354-7696DE9F94BF}"/>
              </a:ext>
            </a:extLst>
          </p:cNvPr>
          <p:cNvSpPr>
            <a:spLocks noGrp="1"/>
          </p:cNvSpPr>
          <p:nvPr>
            <p:ph type="sldNum" sz="quarter" idx="12"/>
          </p:nvPr>
        </p:nvSpPr>
        <p:spPr/>
        <p:txBody>
          <a:bodyPr/>
          <a:lstStyle/>
          <a:p>
            <a:fld id="{3FD0B2AF-F16F-45C6-8FD6-03CE87C7F91E}" type="slidenum">
              <a:rPr lang="en-GB" smtClean="0"/>
              <a:t>‹#›</a:t>
            </a:fld>
            <a:endParaRPr lang="en-GB"/>
          </a:p>
        </p:txBody>
      </p:sp>
    </p:spTree>
    <p:extLst>
      <p:ext uri="{BB962C8B-B14F-4D97-AF65-F5344CB8AC3E}">
        <p14:creationId xmlns:p14="http://schemas.microsoft.com/office/powerpoint/2010/main" val="2650869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1A5BF-E7DB-4A01-8FF6-0C68C14601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C63FA3D-D04B-417C-907B-59C70F9B30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AE29F13-C580-4D25-99EB-DE06832CBD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D446F96-D5D0-450E-A648-E0CBC1AD7E48}"/>
              </a:ext>
            </a:extLst>
          </p:cNvPr>
          <p:cNvSpPr>
            <a:spLocks noGrp="1"/>
          </p:cNvSpPr>
          <p:nvPr>
            <p:ph type="dt" sz="half" idx="10"/>
          </p:nvPr>
        </p:nvSpPr>
        <p:spPr/>
        <p:txBody>
          <a:bodyPr/>
          <a:lstStyle/>
          <a:p>
            <a:fld id="{1BD68747-B727-43F9-99EF-A16133981C66}" type="datetimeFigureOut">
              <a:rPr lang="en-GB" smtClean="0"/>
              <a:t>04/12/2018</a:t>
            </a:fld>
            <a:endParaRPr lang="en-GB"/>
          </a:p>
        </p:txBody>
      </p:sp>
      <p:sp>
        <p:nvSpPr>
          <p:cNvPr id="6" name="Footer Placeholder 5">
            <a:extLst>
              <a:ext uri="{FF2B5EF4-FFF2-40B4-BE49-F238E27FC236}">
                <a16:creationId xmlns:a16="http://schemas.microsoft.com/office/drawing/2014/main" id="{22B6E424-A297-4090-9582-D8BFDCE61CD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2BD99C0-5233-4B00-BDAC-EB6288CEECB8}"/>
              </a:ext>
            </a:extLst>
          </p:cNvPr>
          <p:cNvSpPr>
            <a:spLocks noGrp="1"/>
          </p:cNvSpPr>
          <p:nvPr>
            <p:ph type="sldNum" sz="quarter" idx="12"/>
          </p:nvPr>
        </p:nvSpPr>
        <p:spPr/>
        <p:txBody>
          <a:bodyPr/>
          <a:lstStyle/>
          <a:p>
            <a:fld id="{3FD0B2AF-F16F-45C6-8FD6-03CE87C7F91E}" type="slidenum">
              <a:rPr lang="en-GB" smtClean="0"/>
              <a:t>‹#›</a:t>
            </a:fld>
            <a:endParaRPr lang="en-GB"/>
          </a:p>
        </p:txBody>
      </p:sp>
    </p:spTree>
    <p:extLst>
      <p:ext uri="{BB962C8B-B14F-4D97-AF65-F5344CB8AC3E}">
        <p14:creationId xmlns:p14="http://schemas.microsoft.com/office/powerpoint/2010/main" val="183386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6C5A8-3B63-4842-9845-FB535D05AB0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5D512A6-388C-4098-B91A-7572C0995FC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1BCFAD5-4C19-48B2-A7AA-04A5DD621B95}"/>
              </a:ext>
            </a:extLst>
          </p:cNvPr>
          <p:cNvSpPr>
            <a:spLocks noGrp="1"/>
          </p:cNvSpPr>
          <p:nvPr>
            <p:ph type="dt" sz="half" idx="10"/>
          </p:nvPr>
        </p:nvSpPr>
        <p:spPr/>
        <p:txBody>
          <a:bodyPr/>
          <a:lstStyle/>
          <a:p>
            <a:fld id="{1BD68747-B727-43F9-99EF-A16133981C66}" type="datetimeFigureOut">
              <a:rPr lang="en-GB" smtClean="0"/>
              <a:t>04/12/2018</a:t>
            </a:fld>
            <a:endParaRPr lang="en-GB"/>
          </a:p>
        </p:txBody>
      </p:sp>
      <p:sp>
        <p:nvSpPr>
          <p:cNvPr id="5" name="Footer Placeholder 4">
            <a:extLst>
              <a:ext uri="{FF2B5EF4-FFF2-40B4-BE49-F238E27FC236}">
                <a16:creationId xmlns:a16="http://schemas.microsoft.com/office/drawing/2014/main" id="{5CAD41EC-2B55-4A06-BD7B-DCFECD799AD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6CF94D4-F696-4807-9047-E30561EA3FC6}"/>
              </a:ext>
            </a:extLst>
          </p:cNvPr>
          <p:cNvSpPr>
            <a:spLocks noGrp="1"/>
          </p:cNvSpPr>
          <p:nvPr>
            <p:ph type="sldNum" sz="quarter" idx="12"/>
          </p:nvPr>
        </p:nvSpPr>
        <p:spPr/>
        <p:txBody>
          <a:bodyPr/>
          <a:lstStyle/>
          <a:p>
            <a:fld id="{3FD0B2AF-F16F-45C6-8FD6-03CE87C7F91E}" type="slidenum">
              <a:rPr lang="en-GB" smtClean="0"/>
              <a:t>‹#›</a:t>
            </a:fld>
            <a:endParaRPr lang="en-GB"/>
          </a:p>
        </p:txBody>
      </p:sp>
    </p:spTree>
    <p:extLst>
      <p:ext uri="{BB962C8B-B14F-4D97-AF65-F5344CB8AC3E}">
        <p14:creationId xmlns:p14="http://schemas.microsoft.com/office/powerpoint/2010/main" val="339909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A376F6-8B74-401A-89A5-3B23D0680C9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F2A334D-4C75-4DF1-93B5-F76A73C9297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275FAF5-0137-445B-B3CC-7B05498B6919}"/>
              </a:ext>
            </a:extLst>
          </p:cNvPr>
          <p:cNvSpPr>
            <a:spLocks noGrp="1"/>
          </p:cNvSpPr>
          <p:nvPr>
            <p:ph type="dt" sz="half" idx="10"/>
          </p:nvPr>
        </p:nvSpPr>
        <p:spPr/>
        <p:txBody>
          <a:bodyPr/>
          <a:lstStyle/>
          <a:p>
            <a:fld id="{1BD68747-B727-43F9-99EF-A16133981C66}" type="datetimeFigureOut">
              <a:rPr lang="en-GB" smtClean="0"/>
              <a:t>04/12/2018</a:t>
            </a:fld>
            <a:endParaRPr lang="en-GB"/>
          </a:p>
        </p:txBody>
      </p:sp>
      <p:sp>
        <p:nvSpPr>
          <p:cNvPr id="5" name="Footer Placeholder 4">
            <a:extLst>
              <a:ext uri="{FF2B5EF4-FFF2-40B4-BE49-F238E27FC236}">
                <a16:creationId xmlns:a16="http://schemas.microsoft.com/office/drawing/2014/main" id="{6F311FA6-18F5-468C-94D2-83B3E6B4611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0D7EBA8-42C8-42A0-96CF-4578286AC4CA}"/>
              </a:ext>
            </a:extLst>
          </p:cNvPr>
          <p:cNvSpPr>
            <a:spLocks noGrp="1"/>
          </p:cNvSpPr>
          <p:nvPr>
            <p:ph type="sldNum" sz="quarter" idx="12"/>
          </p:nvPr>
        </p:nvSpPr>
        <p:spPr/>
        <p:txBody>
          <a:bodyPr/>
          <a:lstStyle/>
          <a:p>
            <a:fld id="{3FD0B2AF-F16F-45C6-8FD6-03CE87C7F91E}" type="slidenum">
              <a:rPr lang="en-GB" smtClean="0"/>
              <a:t>‹#›</a:t>
            </a:fld>
            <a:endParaRPr lang="en-GB"/>
          </a:p>
        </p:txBody>
      </p:sp>
    </p:spTree>
    <p:extLst>
      <p:ext uri="{BB962C8B-B14F-4D97-AF65-F5344CB8AC3E}">
        <p14:creationId xmlns:p14="http://schemas.microsoft.com/office/powerpoint/2010/main" val="1153610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7B5215-CA47-4EC2-8322-C4F373EB3B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4D73EAE-29EB-475C-ACAC-4091967766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624C701-07E0-4FC7-9001-C21AA84808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D68747-B727-43F9-99EF-A16133981C66}" type="datetimeFigureOut">
              <a:rPr lang="en-GB" smtClean="0"/>
              <a:t>04/12/2018</a:t>
            </a:fld>
            <a:endParaRPr lang="en-GB"/>
          </a:p>
        </p:txBody>
      </p:sp>
      <p:sp>
        <p:nvSpPr>
          <p:cNvPr id="5" name="Footer Placeholder 4">
            <a:extLst>
              <a:ext uri="{FF2B5EF4-FFF2-40B4-BE49-F238E27FC236}">
                <a16:creationId xmlns:a16="http://schemas.microsoft.com/office/drawing/2014/main" id="{D7CC4F9E-4F1B-4A8D-8546-8272E29EB4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903915FF-9195-428A-9BB9-95B3C667C5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D0B2AF-F16F-45C6-8FD6-03CE87C7F91E}" type="slidenum">
              <a:rPr lang="en-GB" smtClean="0"/>
              <a:t>‹#›</a:t>
            </a:fld>
            <a:endParaRPr lang="en-GB"/>
          </a:p>
        </p:txBody>
      </p:sp>
    </p:spTree>
    <p:extLst>
      <p:ext uri="{BB962C8B-B14F-4D97-AF65-F5344CB8AC3E}">
        <p14:creationId xmlns:p14="http://schemas.microsoft.com/office/powerpoint/2010/main" val="414753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Image result for female avatar icon">
            <a:extLst>
              <a:ext uri="{FF2B5EF4-FFF2-40B4-BE49-F238E27FC236}">
                <a16:creationId xmlns:a16="http://schemas.microsoft.com/office/drawing/2014/main" id="{F555377B-9661-40FD-92F5-6CE36CE57E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947" y="1957998"/>
            <a:ext cx="2495879" cy="294200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6EF79B0-E778-44C6-8665-90B0E34BF5B3}"/>
              </a:ext>
            </a:extLst>
          </p:cNvPr>
          <p:cNvSpPr txBox="1"/>
          <p:nvPr/>
        </p:nvSpPr>
        <p:spPr>
          <a:xfrm>
            <a:off x="3443943" y="397400"/>
            <a:ext cx="8568764" cy="6063198"/>
          </a:xfrm>
          <a:prstGeom prst="rect">
            <a:avLst/>
          </a:prstGeom>
          <a:noFill/>
        </p:spPr>
        <p:txBody>
          <a:bodyPr wrap="square" rtlCol="0">
            <a:spAutoFit/>
          </a:bodyPr>
          <a:lstStyle/>
          <a:p>
            <a:r>
              <a:rPr lang="en-GB" sz="2800" dirty="0"/>
              <a:t>User Type: </a:t>
            </a:r>
            <a:r>
              <a:rPr lang="en-GB" sz="2800" b="1" dirty="0"/>
              <a:t>Volunteer</a:t>
            </a:r>
          </a:p>
          <a:p>
            <a:endParaRPr lang="en-GB" sz="2400" b="1" dirty="0"/>
          </a:p>
          <a:p>
            <a:r>
              <a:rPr lang="en-GB" sz="2400" dirty="0"/>
              <a:t>User Story: </a:t>
            </a:r>
            <a:r>
              <a:rPr lang="en-GB" sz="2400" b="1" dirty="0"/>
              <a:t>A volunteer would need to be able to sign up to become a volunteer in the first place. They would also need to be able to see the events coming up for the charity, and would receive emails if they are to be involved in an event.</a:t>
            </a:r>
          </a:p>
          <a:p>
            <a:endParaRPr lang="en-GB" sz="2400" b="1" dirty="0"/>
          </a:p>
          <a:p>
            <a:r>
              <a:rPr lang="en-GB" sz="2400" dirty="0"/>
              <a:t>Scenario: </a:t>
            </a:r>
            <a:r>
              <a:rPr lang="en-GB" sz="2400" b="1" dirty="0"/>
              <a:t>When I am browsing the website I should be able to easily access the signup page for volunteers. I should also be able to click on the events page to find all upcoming events. When I go on my emails I expect to have alerts of when an event I am volunteering for is coming up.</a:t>
            </a:r>
          </a:p>
          <a:p>
            <a:endParaRPr lang="en-GB" sz="2400" b="1" dirty="0"/>
          </a:p>
          <a:p>
            <a:r>
              <a:rPr lang="en-GB" sz="2400" dirty="0"/>
              <a:t>Additional Information: </a:t>
            </a:r>
            <a:r>
              <a:rPr lang="en-GB" sz="2400" b="1" dirty="0"/>
              <a:t>Events to which each volunteer is assigned to will be kept in the database.</a:t>
            </a:r>
          </a:p>
          <a:p>
            <a:endParaRPr lang="en-GB" sz="2400" dirty="0"/>
          </a:p>
        </p:txBody>
      </p:sp>
    </p:spTree>
    <p:extLst>
      <p:ext uri="{BB962C8B-B14F-4D97-AF65-F5344CB8AC3E}">
        <p14:creationId xmlns:p14="http://schemas.microsoft.com/office/powerpoint/2010/main" val="1344645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profile silhouette picture colour">
            <a:extLst>
              <a:ext uri="{FF2B5EF4-FFF2-40B4-BE49-F238E27FC236}">
                <a16:creationId xmlns:a16="http://schemas.microsoft.com/office/drawing/2014/main" id="{092EFC53-4ADB-4E97-9BD8-7DA95856D50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8378"/>
          <a:stretch/>
        </p:blipFill>
        <p:spPr bwMode="auto">
          <a:xfrm>
            <a:off x="401514" y="1548484"/>
            <a:ext cx="3805409" cy="376103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91E3D7B-E31F-4666-BF68-CC24ABC5BB63}"/>
              </a:ext>
            </a:extLst>
          </p:cNvPr>
          <p:cNvSpPr txBox="1"/>
          <p:nvPr/>
        </p:nvSpPr>
        <p:spPr>
          <a:xfrm>
            <a:off x="3538072" y="267412"/>
            <a:ext cx="8568764" cy="6801862"/>
          </a:xfrm>
          <a:prstGeom prst="rect">
            <a:avLst/>
          </a:prstGeom>
          <a:noFill/>
        </p:spPr>
        <p:txBody>
          <a:bodyPr wrap="square" rtlCol="0">
            <a:spAutoFit/>
          </a:bodyPr>
          <a:lstStyle/>
          <a:p>
            <a:r>
              <a:rPr lang="en-GB" sz="2800" dirty="0"/>
              <a:t>User Type: </a:t>
            </a:r>
            <a:r>
              <a:rPr lang="en-GB" sz="2800" b="1" dirty="0"/>
              <a:t>Person Seeking Help</a:t>
            </a:r>
          </a:p>
          <a:p>
            <a:endParaRPr lang="en-GB" sz="2400" b="1" dirty="0"/>
          </a:p>
          <a:p>
            <a:r>
              <a:rPr lang="en-GB" sz="2400" dirty="0"/>
              <a:t>User Story: </a:t>
            </a:r>
            <a:r>
              <a:rPr lang="en-GB" sz="2400" b="1" dirty="0"/>
              <a:t>A person seeking help from the charity should be able to see what the charity is about, how it has helped other people in the past, and should be able to easily contact the charity through the website.</a:t>
            </a:r>
          </a:p>
          <a:p>
            <a:endParaRPr lang="en-GB" sz="2400" b="1" dirty="0"/>
          </a:p>
          <a:p>
            <a:r>
              <a:rPr lang="en-GB" sz="2400" dirty="0"/>
              <a:t>Scenario: </a:t>
            </a:r>
            <a:r>
              <a:rPr lang="en-GB" sz="2400" b="1" dirty="0"/>
              <a:t>When I am browsing the website, if I go onto the about us page I should be able to see what the charity does. This should also be made clear on the blog page where I will be able to see testimonials of others in a similar position. If I want to contact the charity directly I should be able to do this through the website on the how can we help page.</a:t>
            </a:r>
          </a:p>
          <a:p>
            <a:endParaRPr lang="en-GB" sz="2400" b="1" dirty="0"/>
          </a:p>
          <a:p>
            <a:r>
              <a:rPr lang="en-GB" sz="2400" dirty="0"/>
              <a:t>Additional Information: </a:t>
            </a:r>
            <a:r>
              <a:rPr lang="en-GB" sz="2400" b="1" dirty="0"/>
              <a:t>Any contact between the charity and individuals will go from website to email and will be kept completely confidential.</a:t>
            </a:r>
          </a:p>
          <a:p>
            <a:endParaRPr lang="en-GB" sz="2400" dirty="0"/>
          </a:p>
        </p:txBody>
      </p:sp>
    </p:spTree>
    <p:extLst>
      <p:ext uri="{BB962C8B-B14F-4D97-AF65-F5344CB8AC3E}">
        <p14:creationId xmlns:p14="http://schemas.microsoft.com/office/powerpoint/2010/main" val="2134654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1E3D7B-E31F-4666-BF68-CC24ABC5BB63}"/>
              </a:ext>
            </a:extLst>
          </p:cNvPr>
          <p:cNvSpPr txBox="1"/>
          <p:nvPr/>
        </p:nvSpPr>
        <p:spPr>
          <a:xfrm>
            <a:off x="3538072" y="267412"/>
            <a:ext cx="8568764" cy="6432530"/>
          </a:xfrm>
          <a:prstGeom prst="rect">
            <a:avLst/>
          </a:prstGeom>
          <a:noFill/>
        </p:spPr>
        <p:txBody>
          <a:bodyPr wrap="square" rtlCol="0">
            <a:spAutoFit/>
          </a:bodyPr>
          <a:lstStyle/>
          <a:p>
            <a:r>
              <a:rPr lang="en-GB" sz="2800" dirty="0"/>
              <a:t>User Type: </a:t>
            </a:r>
            <a:r>
              <a:rPr lang="en-GB" sz="2800" b="1" dirty="0"/>
              <a:t>Potential donator</a:t>
            </a:r>
          </a:p>
          <a:p>
            <a:endParaRPr lang="en-GB" sz="2400" b="1" dirty="0"/>
          </a:p>
          <a:p>
            <a:r>
              <a:rPr lang="en-GB" sz="2400" dirty="0"/>
              <a:t>User Story: </a:t>
            </a:r>
            <a:r>
              <a:rPr lang="en-GB" sz="2400" b="1" dirty="0"/>
              <a:t>A potential donator might not have the time to volunteer but would still like to help the charity, they should be able to see the work the charity does through stories and images, and how their donation would help those in need.</a:t>
            </a:r>
          </a:p>
          <a:p>
            <a:endParaRPr lang="en-GB" sz="2400" b="1" dirty="0"/>
          </a:p>
          <a:p>
            <a:r>
              <a:rPr lang="en-GB" sz="2400" dirty="0"/>
              <a:t>Scenario: </a:t>
            </a:r>
            <a:r>
              <a:rPr lang="en-GB" sz="2400" b="1" dirty="0"/>
              <a:t>When I am browsing the website, if I go onto the about us and testimonials pages I should be able to see what the charity does and how my donation will contribute to maintain and grow the charity and it’s work. If I choose to donate this should be easy to do and not compromise any of my personal payment details.</a:t>
            </a:r>
          </a:p>
          <a:p>
            <a:endParaRPr lang="en-GB" sz="2400" dirty="0"/>
          </a:p>
          <a:p>
            <a:r>
              <a:rPr lang="en-GB" sz="2400" dirty="0"/>
              <a:t>Additional Information: </a:t>
            </a:r>
            <a:r>
              <a:rPr lang="en-GB" sz="2400" b="1" dirty="0"/>
              <a:t>Money transfers will be handled by </a:t>
            </a:r>
            <a:r>
              <a:rPr lang="en-GB" sz="2400" b="1" dirty="0" err="1"/>
              <a:t>Paypal</a:t>
            </a:r>
            <a:r>
              <a:rPr lang="en-GB" sz="2400" b="1" dirty="0"/>
              <a:t> or similar service which provide a safe, secure and trusted platform</a:t>
            </a:r>
          </a:p>
          <a:p>
            <a:endParaRPr lang="en-GB" sz="2400" dirty="0"/>
          </a:p>
        </p:txBody>
      </p:sp>
      <p:pic>
        <p:nvPicPr>
          <p:cNvPr id="4" name="Picture 3">
            <a:extLst>
              <a:ext uri="{FF2B5EF4-FFF2-40B4-BE49-F238E27FC236}">
                <a16:creationId xmlns:a16="http://schemas.microsoft.com/office/drawing/2014/main" id="{3BADCAAF-D808-40CF-91DA-C78992D09B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068" y="990600"/>
            <a:ext cx="4876800" cy="4876800"/>
          </a:xfrm>
          <a:prstGeom prst="rect">
            <a:avLst/>
          </a:prstGeom>
        </p:spPr>
      </p:pic>
    </p:spTree>
    <p:extLst>
      <p:ext uri="{BB962C8B-B14F-4D97-AF65-F5344CB8AC3E}">
        <p14:creationId xmlns:p14="http://schemas.microsoft.com/office/powerpoint/2010/main" val="2274234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1E3D7B-E31F-4666-BF68-CC24ABC5BB63}"/>
              </a:ext>
            </a:extLst>
          </p:cNvPr>
          <p:cNvSpPr txBox="1"/>
          <p:nvPr/>
        </p:nvSpPr>
        <p:spPr>
          <a:xfrm>
            <a:off x="3538072" y="267412"/>
            <a:ext cx="8568764" cy="5324535"/>
          </a:xfrm>
          <a:prstGeom prst="rect">
            <a:avLst/>
          </a:prstGeom>
          <a:noFill/>
        </p:spPr>
        <p:txBody>
          <a:bodyPr wrap="square" rtlCol="0">
            <a:spAutoFit/>
          </a:bodyPr>
          <a:lstStyle/>
          <a:p>
            <a:r>
              <a:rPr lang="en-GB" sz="2800" dirty="0"/>
              <a:t>User Type: </a:t>
            </a:r>
            <a:r>
              <a:rPr lang="en-GB" sz="2800" b="1" dirty="0"/>
              <a:t>Website administrator</a:t>
            </a:r>
          </a:p>
          <a:p>
            <a:endParaRPr lang="en-GB" sz="2400" b="1" dirty="0"/>
          </a:p>
          <a:p>
            <a:r>
              <a:rPr lang="en-GB" sz="2400" dirty="0"/>
              <a:t>User Story: </a:t>
            </a:r>
            <a:r>
              <a:rPr lang="en-GB" sz="2400" b="1" dirty="0"/>
              <a:t>A website administrator needs to be able to maintain by posting, editing and deleting events, blog posts, testimonials, as well as edit other pages to make sure important information like contact details is always up to date.</a:t>
            </a:r>
          </a:p>
          <a:p>
            <a:endParaRPr lang="en-GB" sz="2400" b="1" dirty="0"/>
          </a:p>
          <a:p>
            <a:r>
              <a:rPr lang="en-GB" sz="2400" dirty="0"/>
              <a:t>Scenario: </a:t>
            </a:r>
            <a:r>
              <a:rPr lang="en-GB" sz="2400" b="1" dirty="0"/>
              <a:t>I need to be able to securely log in to the administrator’s panel and from there edit the content of each page of the website, this will then update the website on submission.</a:t>
            </a:r>
          </a:p>
          <a:p>
            <a:endParaRPr lang="en-GB" sz="2400" dirty="0"/>
          </a:p>
          <a:p>
            <a:r>
              <a:rPr lang="en-GB" sz="2400" dirty="0"/>
              <a:t>Additional Information: </a:t>
            </a:r>
            <a:r>
              <a:rPr lang="en-GB" sz="2400" b="1" dirty="0"/>
              <a:t>The administrator’s panel will be accessible through a different URL to the main website and require a username and password to authenticate the user.</a:t>
            </a:r>
            <a:endParaRPr lang="en-GB" sz="2400" dirty="0"/>
          </a:p>
        </p:txBody>
      </p:sp>
      <p:pic>
        <p:nvPicPr>
          <p:cNvPr id="4" name="Picture 3">
            <a:extLst>
              <a:ext uri="{FF2B5EF4-FFF2-40B4-BE49-F238E27FC236}">
                <a16:creationId xmlns:a16="http://schemas.microsoft.com/office/drawing/2014/main" id="{0096C228-C130-4B40-B4CA-8B674F3956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495" y="715147"/>
            <a:ext cx="4876800" cy="4876800"/>
          </a:xfrm>
          <a:prstGeom prst="rect">
            <a:avLst/>
          </a:prstGeom>
        </p:spPr>
      </p:pic>
    </p:spTree>
    <p:extLst>
      <p:ext uri="{BB962C8B-B14F-4D97-AF65-F5344CB8AC3E}">
        <p14:creationId xmlns:p14="http://schemas.microsoft.com/office/powerpoint/2010/main" val="612866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TotalTime>
  <Words>544</Words>
  <Application>Microsoft Office PowerPoint</Application>
  <PresentationFormat>Widescreen</PresentationFormat>
  <Paragraphs>28</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Jake Mortimer;Frank Vasconcelos</dc:creator>
  <cp:lastModifiedBy>tuga703</cp:lastModifiedBy>
  <cp:revision>7</cp:revision>
  <dcterms:created xsi:type="dcterms:W3CDTF">2018-11-30T10:23:35Z</dcterms:created>
  <dcterms:modified xsi:type="dcterms:W3CDTF">2018-12-04T09:23:18Z</dcterms:modified>
</cp:coreProperties>
</file>